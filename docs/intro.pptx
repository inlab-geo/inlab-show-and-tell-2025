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theme/theme3.xml" ContentType="application/vnd.openxmlformats-officedocument.theme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theme/theme4.xml" ContentType="application/vnd.openxmlformats-officedocument.theme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theme/theme5.xml" ContentType="application/vnd.openxmlformats-officedocument.theme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theme/theme6.xml" ContentType="application/vnd.openxmlformats-officedocument.theme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3" r:id="rId1"/>
    <p:sldMasterId id="2147483745" r:id="rId2"/>
    <p:sldMasterId id="2147483765" r:id="rId3"/>
    <p:sldMasterId id="2147483781" r:id="rId4"/>
    <p:sldMasterId id="2147483801" r:id="rId5"/>
    <p:sldMasterId id="2147483709" r:id="rId6"/>
    <p:sldMasterId id="2147483729" r:id="rId7"/>
  </p:sldMasterIdLst>
  <p:notesMasterIdLst>
    <p:notesMasterId r:id="rId18"/>
  </p:notesMasterIdLst>
  <p:handoutMasterIdLst>
    <p:handoutMasterId r:id="rId19"/>
  </p:handoutMasterIdLst>
  <p:sldIdLst>
    <p:sldId id="18696" r:id="rId8"/>
    <p:sldId id="18700" r:id="rId9"/>
    <p:sldId id="18701" r:id="rId10"/>
    <p:sldId id="18697" r:id="rId11"/>
    <p:sldId id="18676" r:id="rId12"/>
    <p:sldId id="18690" r:id="rId13"/>
    <p:sldId id="18677" r:id="rId14"/>
    <p:sldId id="18678" r:id="rId15"/>
    <p:sldId id="18694" r:id="rId16"/>
    <p:sldId id="18699" r:id="rId17"/>
  </p:sldIdLst>
  <p:sldSz cx="9144000" cy="5143500" type="screen16x9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orient="horz" pos="599">
          <p15:clr>
            <a:srgbClr val="A4A3A4"/>
          </p15:clr>
        </p15:guide>
        <p15:guide id="3" pos="2880">
          <p15:clr>
            <a:srgbClr val="A4A3A4"/>
          </p15:clr>
        </p15:guide>
        <p15:guide id="4" pos="5602" userDrawn="1">
          <p15:clr>
            <a:srgbClr val="A4A3A4"/>
          </p15:clr>
        </p15:guide>
        <p15:guide id="5" pos="15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 userDrawn="1">
          <p15:clr>
            <a:srgbClr val="A4A3A4"/>
          </p15:clr>
        </p15:guide>
        <p15:guide id="2" pos="2141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00A9CE"/>
    <a:srgbClr val="001D34"/>
    <a:srgbClr val="3D5D6B"/>
    <a:srgbClr val="007A53"/>
    <a:srgbClr val="004B87"/>
    <a:srgbClr val="DADBDC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5583" autoAdjust="0"/>
    <p:restoredTop sz="96327" autoAdjust="0"/>
  </p:normalViewPr>
  <p:slideViewPr>
    <p:cSldViewPr showGuides="1">
      <p:cViewPr varScale="1">
        <p:scale>
          <a:sx n="161" d="100"/>
          <a:sy n="161" d="100"/>
        </p:scale>
        <p:origin x="216" y="336"/>
      </p:cViewPr>
      <p:guideLst>
        <p:guide orient="horz" pos="1620"/>
        <p:guide orient="horz" pos="599"/>
        <p:guide pos="2880"/>
        <p:guide pos="5602"/>
        <p:guide pos="15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62" d="100"/>
        <a:sy n="162" d="100"/>
      </p:scale>
      <p:origin x="0" y="0"/>
    </p:cViewPr>
  </p:sorterViewPr>
  <p:notesViewPr>
    <p:cSldViewPr showGuides="1">
      <p:cViewPr varScale="1">
        <p:scale>
          <a:sx n="121" d="100"/>
          <a:sy n="121" d="100"/>
        </p:scale>
        <p:origin x="4938" y="114"/>
      </p:cViewPr>
      <p:guideLst>
        <p:guide orient="horz" pos="3127"/>
        <p:guide pos="214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1.xml"/><Relationship Id="rId13" Type="http://schemas.openxmlformats.org/officeDocument/2006/relationships/slide" Target="slides/slide6.xml"/><Relationship Id="rId18" Type="http://schemas.openxmlformats.org/officeDocument/2006/relationships/notesMaster" Target="notesMasters/notesMaster1.xml"/><Relationship Id="rId3" Type="http://schemas.openxmlformats.org/officeDocument/2006/relationships/slideMaster" Target="slideMasters/slideMaster3.xml"/><Relationship Id="rId21" Type="http://schemas.openxmlformats.org/officeDocument/2006/relationships/viewProps" Target="viewProps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9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4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8.xml"/><Relationship Id="rId23" Type="http://schemas.openxmlformats.org/officeDocument/2006/relationships/tableStyles" Target="tableStyles.xml"/><Relationship Id="rId10" Type="http://schemas.openxmlformats.org/officeDocument/2006/relationships/slide" Target="slides/slide3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9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50443" y="0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FA697C-5849-4DDF-A6C8-08E6893940F4}" type="datetimeFigureOut">
              <a:rPr lang="en-AU" smtClean="0"/>
              <a:pPr/>
              <a:t>17/6/2025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28583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50443" y="9428583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014AF-979A-46D9-9B43-4C67319580DA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1444176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8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992BC2-9435-4D31-AEB3-5D5877AD6447}" type="datetimeFigureOut">
              <a:rPr lang="en-AU" smtClean="0"/>
              <a:pPr/>
              <a:t>17/6/2025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15153"/>
            <a:ext cx="5438140" cy="446698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3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3" y="9428583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496215-5E4C-414D-A8DB-C38AA7CF7C2A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031835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Horizon 1 – Overcomplete tomography represents a Horizon 1 concept in that it could in 3 years become part of established inversions method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496215-5E4C-414D-A8DB-C38AA7CF7C2A}" type="slidenum">
              <a:rPr lang="en-AU" smtClean="0"/>
              <a:pPr/>
              <a:t>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69961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4.xml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4.xml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4.xml"/><Relationship Id="rId4" Type="http://schemas.openxmlformats.org/officeDocument/2006/relationships/image" Target="../media/image5.svg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4.xml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4.xml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5.xml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5.xml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5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5.xml"/></Relationships>
</file>

<file path=ppt/slideLayouts/_rels/slideLayout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5.xml"/></Relationships>
</file>

<file path=ppt/slideLayouts/_rels/slideLayout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6.xml"/></Relationships>
</file>

<file path=ppt/slideLayouts/_rels/slideLayout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6.xml"/></Relationships>
</file>

<file path=ppt/slideLayouts/_rels/slideLayout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6.xml"/></Relationships>
</file>

<file path=ppt/slideLayouts/_rels/slideLayout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6.xml"/></Relationships>
</file>

<file path=ppt/slideLayouts/_rels/slideLayout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6.xml"/></Relationships>
</file>

<file path=ppt/slideLayouts/_rels/slideLayout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6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6.xml"/></Relationships>
</file>

<file path=ppt/slideLayouts/_rels/slideLayout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6.xml"/></Relationships>
</file>

<file path=ppt/slideLayouts/_rels/slideLayout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7.xml"/></Relationships>
</file>

<file path=ppt/slideLayouts/_rels/slideLayout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7.xml"/></Relationships>
</file>

<file path=ppt/slideLayouts/_rels/slideLayout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7.xml"/></Relationships>
</file>

<file path=ppt/slideLayouts/_rels/slideLayout1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7.xml"/></Relationships>
</file>

<file path=ppt/slideLayouts/_rels/slideLayout1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-20538"/>
            <a:ext cx="9144000" cy="259560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2859782"/>
            <a:ext cx="7930032" cy="1153507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251520" y="4096622"/>
            <a:ext cx="7200800" cy="273948"/>
          </a:xfrm>
        </p:spPr>
        <p:txBody>
          <a:bodyPr>
            <a:normAutofit/>
          </a:bodyPr>
          <a:lstStyle>
            <a:lvl1pPr marL="0" indent="0" algn="l">
              <a:buNone/>
              <a:defRPr sz="2000" b="0">
                <a:solidFill>
                  <a:schemeClr val="accent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AU" dirty="0"/>
          </a:p>
        </p:txBody>
      </p:sp>
      <p:sp>
        <p:nvSpPr>
          <p:cNvPr id="7" name="Rectangle 6"/>
          <p:cNvSpPr/>
          <p:nvPr userDrawn="1"/>
        </p:nvSpPr>
        <p:spPr>
          <a:xfrm>
            <a:off x="251520" y="4850173"/>
            <a:ext cx="238541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181552" y="4177358"/>
            <a:ext cx="720080" cy="72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4329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2859782"/>
            <a:ext cx="7930032" cy="1153507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251520" y="4096622"/>
            <a:ext cx="7200800" cy="273948"/>
          </a:xfrm>
        </p:spPr>
        <p:txBody>
          <a:bodyPr>
            <a:normAutofit/>
          </a:bodyPr>
          <a:lstStyle>
            <a:lvl1pPr marL="0" indent="0" algn="l">
              <a:buNone/>
              <a:defRPr sz="2000" b="0">
                <a:solidFill>
                  <a:schemeClr val="accent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AU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181552" y="4177358"/>
            <a:ext cx="720080" cy="720080"/>
          </a:xfrm>
          <a:prstGeom prst="rect">
            <a:avLst/>
          </a:prstGeom>
        </p:spPr>
      </p:pic>
      <p:sp>
        <p:nvSpPr>
          <p:cNvPr id="7" name="Rectangle 6"/>
          <p:cNvSpPr/>
          <p:nvPr userDrawn="1"/>
        </p:nvSpPr>
        <p:spPr>
          <a:xfrm>
            <a:off x="251520" y="4850173"/>
            <a:ext cx="238541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sp>
        <p:nvSpPr>
          <p:cNvPr id="8" name="Picture Placeholder 5"/>
          <p:cNvSpPr>
            <a:spLocks noGrp="1"/>
          </p:cNvSpPr>
          <p:nvPr>
            <p:ph type="pic" sz="quarter" idx="10"/>
          </p:nvPr>
        </p:nvSpPr>
        <p:spPr>
          <a:xfrm>
            <a:off x="-1" y="0"/>
            <a:ext cx="9162000" cy="25776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5181104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partner logo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-20538"/>
            <a:ext cx="9144000" cy="259560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1203598"/>
            <a:ext cx="7930032" cy="1153507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251520" y="2922403"/>
            <a:ext cx="7200800" cy="273948"/>
          </a:xfrm>
        </p:spPr>
        <p:txBody>
          <a:bodyPr>
            <a:normAutofit/>
          </a:bodyPr>
          <a:lstStyle>
            <a:lvl1pPr marL="0" indent="0" algn="l">
              <a:buNone/>
              <a:defRPr sz="2000" b="0">
                <a:solidFill>
                  <a:schemeClr val="accent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AU" dirty="0"/>
          </a:p>
        </p:txBody>
      </p:sp>
      <p:sp>
        <p:nvSpPr>
          <p:cNvPr id="7" name="Rectangle 6"/>
          <p:cNvSpPr/>
          <p:nvPr userDrawn="1"/>
        </p:nvSpPr>
        <p:spPr>
          <a:xfrm>
            <a:off x="6516216" y="582251"/>
            <a:ext cx="238541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90000"/>
              </a:lnSpc>
            </a:pPr>
            <a:r>
              <a:rPr lang="en-AU" sz="1000" dirty="0">
                <a:solidFill>
                  <a:schemeClr val="bg1"/>
                </a:solidFill>
              </a:rPr>
              <a:t>Australia’s National Science Agency</a:t>
            </a: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51520" y="267494"/>
            <a:ext cx="720080" cy="72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90404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1964031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dar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5142574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numCol="2" spcCol="360000"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239332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522" y="1131590"/>
            <a:ext cx="8640958" cy="3070944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6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261850" y="267494"/>
            <a:ext cx="8630630" cy="63990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>
                <a:solidFill>
                  <a:schemeClr val="accent3"/>
                </a:solidFill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buNone/>
              <a:defRPr sz="2200" b="0">
                <a:solidFill>
                  <a:schemeClr val="accent2"/>
                </a:solidFill>
              </a:defRPr>
            </a:lvl2pPr>
            <a:lvl3pPr>
              <a:buNone/>
              <a:defRPr sz="2800">
                <a:solidFill>
                  <a:srgbClr val="00A9CE"/>
                </a:solidFill>
              </a:defRPr>
            </a:lvl3pPr>
            <a:lvl4pPr>
              <a:buNone/>
              <a:defRPr sz="2800">
                <a:solidFill>
                  <a:srgbClr val="00A9CE"/>
                </a:solidFill>
              </a:defRPr>
            </a:lvl4pPr>
            <a:lvl5pPr>
              <a:buNone/>
              <a:defRPr sz="2800">
                <a:solidFill>
                  <a:srgbClr val="00A9CE"/>
                </a:solidFill>
              </a:defRPr>
            </a:lvl5pPr>
          </a:lstStyle>
          <a:p>
            <a:pPr lvl="0"/>
            <a:r>
              <a:rPr lang="en-US" dirty="0"/>
              <a:t>Click to edit Master title style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8416861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1520" y="1131590"/>
            <a:ext cx="4038600" cy="331236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74295" y="1131590"/>
            <a:ext cx="4038600" cy="331236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8650663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444168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 - dar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8046566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2744884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Layout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55556648-49D5-4B5B-92D5-2DB59DEB599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0"/>
            <a:ext cx="9162000" cy="25776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251520" y="2859782"/>
            <a:ext cx="7920880" cy="2016224"/>
          </a:xfrm>
        </p:spPr>
        <p:txBody>
          <a:bodyPr/>
          <a:lstStyle>
            <a:lvl1pPr>
              <a:lnSpc>
                <a:spcPct val="85000"/>
              </a:lnSpc>
              <a:spcAft>
                <a:spcPts val="0"/>
              </a:spcAft>
              <a:buFontTx/>
              <a:buNone/>
              <a:defRPr sz="4000" b="0">
                <a:solidFill>
                  <a:schemeClr val="accent3"/>
                </a:solidFill>
              </a:defRPr>
            </a:lvl1pPr>
            <a:lvl2pPr marL="0" indent="0">
              <a:lnSpc>
                <a:spcPct val="85000"/>
              </a:lnSpc>
              <a:spcAft>
                <a:spcPts val="0"/>
              </a:spcAft>
              <a:buNone/>
              <a:defRPr sz="4000" b="0">
                <a:solidFill>
                  <a:schemeClr val="accent2"/>
                </a:solidFill>
              </a:defRPr>
            </a:lvl2pPr>
            <a:lvl3pPr marL="0" indent="0">
              <a:spcBef>
                <a:spcPts val="2200"/>
              </a:spcBef>
              <a:buNone/>
              <a:defRPr b="1">
                <a:solidFill>
                  <a:srgbClr val="00313C"/>
                </a:solidFill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3843388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 Placeholder 8"/>
          <p:cNvSpPr>
            <a:spLocks noGrp="1"/>
          </p:cNvSpPr>
          <p:nvPr>
            <p:ph type="body" sz="quarter" idx="10"/>
          </p:nvPr>
        </p:nvSpPr>
        <p:spPr>
          <a:xfrm>
            <a:off x="251520" y="1131590"/>
            <a:ext cx="7200800" cy="3600400"/>
          </a:xfrm>
        </p:spPr>
        <p:txBody>
          <a:bodyPr anchor="b" anchorCtr="0"/>
          <a:lstStyle>
            <a:lvl1pPr marL="0" indent="0">
              <a:spcAft>
                <a:spcPts val="0"/>
              </a:spcAft>
              <a:buFontTx/>
              <a:buNone/>
              <a:defRPr sz="4400" b="0">
                <a:solidFill>
                  <a:schemeClr val="accent1"/>
                </a:solidFill>
              </a:defRPr>
            </a:lvl1pPr>
            <a:lvl2pPr marL="0" indent="0">
              <a:lnSpc>
                <a:spcPct val="75000"/>
              </a:lnSpc>
              <a:spcAft>
                <a:spcPts val="850"/>
              </a:spcAft>
              <a:buNone/>
              <a:defRPr sz="4400" b="0">
                <a:solidFill>
                  <a:schemeClr val="bg1"/>
                </a:solidFill>
              </a:defRPr>
            </a:lvl2pPr>
            <a:lvl3pPr marL="0" indent="0">
              <a:buNone/>
              <a:defRPr sz="2200" b="1">
                <a:solidFill>
                  <a:srgbClr val="FFFFFF"/>
                </a:solidFill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67263176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Option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/>
          <p:cNvSpPr/>
          <p:nvPr userDrawn="1"/>
        </p:nvSpPr>
        <p:spPr>
          <a:xfrm>
            <a:off x="0" y="0"/>
            <a:ext cx="9144000" cy="25717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51520" y="3579862"/>
            <a:ext cx="6048672" cy="1008112"/>
          </a:xfrm>
        </p:spPr>
        <p:txBody>
          <a:bodyPr numCol="2" spcCol="360000">
            <a:normAutofit/>
          </a:bodyPr>
          <a:lstStyle>
            <a:lvl1pPr marL="0" indent="0" algn="l">
              <a:lnSpc>
                <a:spcPct val="90000"/>
              </a:lnSpc>
              <a:spcBef>
                <a:spcPts val="3000"/>
              </a:spcBef>
              <a:buNone/>
              <a:defRPr sz="1600" b="1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563"/>
              </a:spcAft>
              <a:buNone/>
              <a:defRPr sz="1600">
                <a:solidFill>
                  <a:schemeClr val="tx1"/>
                </a:solidFill>
              </a:defRPr>
            </a:lvl2pPr>
            <a:lvl3pPr marL="266400" indent="-266400" algn="l">
              <a:lnSpc>
                <a:spcPct val="90000"/>
              </a:lnSpc>
              <a:spcBef>
                <a:spcPts val="0"/>
              </a:spcBef>
              <a:buNone/>
              <a:tabLst>
                <a:tab pos="356400" algn="l"/>
              </a:tabLst>
              <a:defRPr sz="1600">
                <a:solidFill>
                  <a:schemeClr val="tx1"/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3" name="Title 22"/>
          <p:cNvSpPr>
            <a:spLocks noGrp="1"/>
          </p:cNvSpPr>
          <p:nvPr>
            <p:ph type="title"/>
          </p:nvPr>
        </p:nvSpPr>
        <p:spPr>
          <a:xfrm>
            <a:off x="251521" y="2715766"/>
            <a:ext cx="6048671" cy="576064"/>
          </a:xfrm>
        </p:spPr>
        <p:txBody>
          <a:bodyPr anchor="b" anchorCtr="0">
            <a:noAutofit/>
          </a:bodyPr>
          <a:lstStyle>
            <a:lvl1pPr>
              <a:defRPr sz="360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44" name="Rectangle 43"/>
          <p:cNvSpPr/>
          <p:nvPr userDrawn="1"/>
        </p:nvSpPr>
        <p:spPr>
          <a:xfrm>
            <a:off x="251520" y="4850173"/>
            <a:ext cx="238541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181552" y="4177358"/>
            <a:ext cx="720080" cy="72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589526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Option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0"/>
            <a:ext cx="9144000" cy="25717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51520" y="3075806"/>
            <a:ext cx="7200800" cy="1623109"/>
          </a:xfrm>
        </p:spPr>
        <p:txBody>
          <a:bodyPr numCol="2" spcCol="360000">
            <a:normAutofit/>
          </a:bodyPr>
          <a:lstStyle>
            <a:lvl1pPr marL="0" indent="0" algn="l">
              <a:lnSpc>
                <a:spcPct val="90000"/>
              </a:lnSpc>
              <a:spcBef>
                <a:spcPts val="3000"/>
              </a:spcBef>
              <a:buNone/>
              <a:defRPr sz="1600" b="1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563"/>
              </a:spcAft>
              <a:buNone/>
              <a:defRPr sz="1600">
                <a:solidFill>
                  <a:schemeClr val="tx1"/>
                </a:solidFill>
              </a:defRPr>
            </a:lvl2pPr>
            <a:lvl3pPr marL="266400" indent="-266400" algn="l">
              <a:lnSpc>
                <a:spcPct val="90000"/>
              </a:lnSpc>
              <a:spcBef>
                <a:spcPts val="0"/>
              </a:spcBef>
              <a:buNone/>
              <a:tabLst>
                <a:tab pos="356400" algn="l"/>
              </a:tabLst>
              <a:defRPr sz="1600">
                <a:solidFill>
                  <a:schemeClr val="tx1"/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Rectangle 5"/>
          <p:cNvSpPr/>
          <p:nvPr userDrawn="1"/>
        </p:nvSpPr>
        <p:spPr>
          <a:xfrm>
            <a:off x="251520" y="4850173"/>
            <a:ext cx="238541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D2A108-B854-40BC-AA72-4E9E7C74E58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181552" y="4177358"/>
            <a:ext cx="720080" cy="72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066690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1779662"/>
            <a:ext cx="3600400" cy="1728192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251520" y="3651870"/>
            <a:ext cx="3600400" cy="576064"/>
          </a:xfrm>
        </p:spPr>
        <p:txBody>
          <a:bodyPr>
            <a:normAutofit/>
          </a:bodyPr>
          <a:lstStyle>
            <a:lvl1pPr marL="0" indent="0" algn="l">
              <a:buNone/>
              <a:defRPr sz="2000" b="0">
                <a:solidFill>
                  <a:schemeClr val="accent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AU" dirty="0"/>
          </a:p>
        </p:txBody>
      </p:sp>
      <p:sp>
        <p:nvSpPr>
          <p:cNvPr id="4" name="Rectangle 3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Rectangle 10"/>
          <p:cNvSpPr/>
          <p:nvPr userDrawn="1"/>
        </p:nvSpPr>
        <p:spPr>
          <a:xfrm>
            <a:off x="251520" y="4850173"/>
            <a:ext cx="238541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628AE86-1CD5-4E73-826D-CE2783C6ACA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19" y="267494"/>
            <a:ext cx="1522745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63226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  <p15:guide id="3" pos="5602">
          <p15:clr>
            <a:srgbClr val="FBAE40"/>
          </p15:clr>
        </p15:guide>
        <p15:guide id="4" pos="158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1779662"/>
            <a:ext cx="3600400" cy="1728192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251520" y="3651870"/>
            <a:ext cx="3600400" cy="576064"/>
          </a:xfrm>
        </p:spPr>
        <p:txBody>
          <a:bodyPr>
            <a:normAutofit/>
          </a:bodyPr>
          <a:lstStyle>
            <a:lvl1pPr marL="0" indent="0" algn="l">
              <a:buNone/>
              <a:defRPr sz="2000" b="0">
                <a:solidFill>
                  <a:schemeClr val="accent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AU" dirty="0"/>
          </a:p>
        </p:txBody>
      </p:sp>
      <p:sp>
        <p:nvSpPr>
          <p:cNvPr id="11" name="Rectangle 10"/>
          <p:cNvSpPr/>
          <p:nvPr userDrawn="1"/>
        </p:nvSpPr>
        <p:spPr>
          <a:xfrm>
            <a:off x="251520" y="4850173"/>
            <a:ext cx="238541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0"/>
          </p:nvPr>
        </p:nvSpPr>
        <p:spPr>
          <a:xfrm>
            <a:off x="4571999" y="0"/>
            <a:ext cx="4563963" cy="51435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6293303-2843-4D52-97D9-AF77676C9C3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19" y="267494"/>
            <a:ext cx="1522745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10146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58">
          <p15:clr>
            <a:srgbClr val="FBAE40"/>
          </p15:clr>
        </p15:guide>
        <p15:guide id="2" orient="horz" pos="1620">
          <p15:clr>
            <a:srgbClr val="FBAE40"/>
          </p15:clr>
        </p15:guide>
        <p15:guide id="3" pos="2880">
          <p15:clr>
            <a:srgbClr val="FBAE40"/>
          </p15:clr>
        </p15:guide>
        <p15:guide id="4" pos="5602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globe 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2054777"/>
            <a:ext cx="2016224" cy="1728192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11" name="Rectangle 10"/>
          <p:cNvSpPr/>
          <p:nvPr userDrawn="1"/>
        </p:nvSpPr>
        <p:spPr>
          <a:xfrm>
            <a:off x="251520" y="4850173"/>
            <a:ext cx="238541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8920DF2-0C7F-4A3B-9BAF-D692009CA0D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19" y="267494"/>
            <a:ext cx="1522745" cy="720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02589A1-48A8-4C4C-9006-4BAA8009E45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413687" y="413437"/>
            <a:ext cx="4316625" cy="4316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32708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  <p15:guide id="3" pos="5602">
          <p15:clr>
            <a:srgbClr val="FBAE40"/>
          </p15:clr>
        </p15:guide>
        <p15:guide id="4" pos="158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80690838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dar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91153232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numCol="2" spcCol="360000"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99326653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522" y="1707654"/>
            <a:ext cx="8640958" cy="3024336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6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261850" y="843558"/>
            <a:ext cx="8630630" cy="63990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>
                <a:solidFill>
                  <a:schemeClr val="accent3"/>
                </a:solidFill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buNone/>
              <a:defRPr sz="2200" b="0">
                <a:solidFill>
                  <a:schemeClr val="accent2"/>
                </a:solidFill>
              </a:defRPr>
            </a:lvl2pPr>
            <a:lvl3pPr>
              <a:buNone/>
              <a:defRPr sz="2800">
                <a:solidFill>
                  <a:srgbClr val="00A9CE"/>
                </a:solidFill>
              </a:defRPr>
            </a:lvl3pPr>
            <a:lvl4pPr>
              <a:buNone/>
              <a:defRPr sz="2800">
                <a:solidFill>
                  <a:srgbClr val="00A9CE"/>
                </a:solidFill>
              </a:defRPr>
            </a:lvl4pPr>
            <a:lvl5pPr>
              <a:buNone/>
              <a:defRPr sz="2800">
                <a:solidFill>
                  <a:srgbClr val="00A9CE"/>
                </a:solidFill>
              </a:defRPr>
            </a:lvl5pPr>
          </a:lstStyle>
          <a:p>
            <a:pPr lvl="0"/>
            <a:r>
              <a:rPr lang="en-US" dirty="0"/>
              <a:t>Click to edit Master title style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40118013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1520" y="1665854"/>
            <a:ext cx="4038600" cy="30661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74295" y="1665854"/>
            <a:ext cx="4038600" cy="30661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89739591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 with cataly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520" y="805458"/>
            <a:ext cx="4038600" cy="639365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1520" y="1665854"/>
            <a:ext cx="4038600" cy="30661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38700" y="1665854"/>
            <a:ext cx="4038600" cy="30661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>
          <a:xfrm>
            <a:off x="601371" y="4878250"/>
            <a:ext cx="3688750" cy="95510"/>
          </a:xfrm>
        </p:spPr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05548271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 with catalyst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520" y="805458"/>
            <a:ext cx="4038600" cy="639365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1520" y="1665854"/>
            <a:ext cx="4038600" cy="30661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38700" y="1665854"/>
            <a:ext cx="4038600" cy="3066136"/>
          </a:xfrm>
        </p:spPr>
        <p:txBody>
          <a:bodyPr/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bg1"/>
                </a:solidFill>
              </a:defRPr>
            </a:lvl2pPr>
            <a:lvl3pPr>
              <a:defRPr sz="2000">
                <a:solidFill>
                  <a:schemeClr val="bg1"/>
                </a:solidFill>
              </a:defRPr>
            </a:lvl3pPr>
            <a:lvl4pPr>
              <a:defRPr sz="20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>
          <a:xfrm>
            <a:off x="601371" y="4878250"/>
            <a:ext cx="3688750" cy="95510"/>
          </a:xfrm>
        </p:spPr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41835875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+ half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5"/>
          <p:cNvSpPr>
            <a:spLocks noGrp="1"/>
          </p:cNvSpPr>
          <p:nvPr>
            <p:ph type="pic" sz="quarter" idx="12"/>
          </p:nvPr>
        </p:nvSpPr>
        <p:spPr>
          <a:xfrm>
            <a:off x="4571999" y="0"/>
            <a:ext cx="4563963" cy="51435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522" y="1550788"/>
            <a:ext cx="4032446" cy="3181202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51520" y="805458"/>
            <a:ext cx="4032448" cy="639365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>
          <a:xfrm>
            <a:off x="601371" y="4878250"/>
            <a:ext cx="3682598" cy="95510"/>
          </a:xfrm>
        </p:spPr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80424757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 + quarter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5"/>
          <p:cNvSpPr>
            <a:spLocks noGrp="1"/>
          </p:cNvSpPr>
          <p:nvPr>
            <p:ph type="pic" sz="quarter" idx="12"/>
          </p:nvPr>
        </p:nvSpPr>
        <p:spPr>
          <a:xfrm>
            <a:off x="6853836" y="0"/>
            <a:ext cx="2282400" cy="51435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522" y="1550788"/>
            <a:ext cx="6336702" cy="3181202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51520" y="805458"/>
            <a:ext cx="6336704" cy="639365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>
          <a:xfrm>
            <a:off x="601370" y="4878250"/>
            <a:ext cx="5986853" cy="95510"/>
          </a:xfrm>
        </p:spPr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85335766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76259452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 - dar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09827424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91306665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17B52948-05FD-444E-9ADC-BA5285595A7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571999" y="0"/>
            <a:ext cx="4563963" cy="51435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251520" y="1851670"/>
            <a:ext cx="3960440" cy="2525068"/>
          </a:xfrm>
        </p:spPr>
        <p:txBody>
          <a:bodyPr/>
          <a:lstStyle>
            <a:lvl1pPr marL="0" indent="0">
              <a:lnSpc>
                <a:spcPct val="85000"/>
              </a:lnSpc>
              <a:spcAft>
                <a:spcPts val="0"/>
              </a:spcAft>
              <a:buFontTx/>
              <a:buNone/>
              <a:defRPr sz="4000" b="0">
                <a:solidFill>
                  <a:schemeClr val="accent3"/>
                </a:solidFill>
              </a:defRPr>
            </a:lvl1pPr>
            <a:lvl2pPr marL="0" indent="0">
              <a:lnSpc>
                <a:spcPct val="85000"/>
              </a:lnSpc>
              <a:spcAft>
                <a:spcPts val="0"/>
              </a:spcAft>
              <a:buNone/>
              <a:defRPr sz="4000" b="0">
                <a:solidFill>
                  <a:schemeClr val="accent2"/>
                </a:solidFill>
              </a:defRPr>
            </a:lvl2pPr>
            <a:lvl3pPr marL="0" indent="0">
              <a:spcBef>
                <a:spcPts val="2200"/>
              </a:spcBef>
              <a:buNone/>
              <a:defRPr b="1">
                <a:solidFill>
                  <a:srgbClr val="00313C"/>
                </a:solidFill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418287220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 Placeholder 8"/>
          <p:cNvSpPr>
            <a:spLocks noGrp="1"/>
          </p:cNvSpPr>
          <p:nvPr>
            <p:ph type="body" sz="quarter" idx="10"/>
          </p:nvPr>
        </p:nvSpPr>
        <p:spPr>
          <a:xfrm>
            <a:off x="251520" y="1275605"/>
            <a:ext cx="7056784" cy="2736305"/>
          </a:xfrm>
        </p:spPr>
        <p:txBody>
          <a:bodyPr anchor="b" anchorCtr="0"/>
          <a:lstStyle>
            <a:lvl1pPr marL="0" indent="0">
              <a:spcAft>
                <a:spcPts val="0"/>
              </a:spcAft>
              <a:buFontTx/>
              <a:buNone/>
              <a:defRPr sz="4400" b="0">
                <a:solidFill>
                  <a:schemeClr val="accent1"/>
                </a:solidFill>
              </a:defRPr>
            </a:lvl1pPr>
            <a:lvl2pPr marL="0" indent="0">
              <a:lnSpc>
                <a:spcPct val="75000"/>
              </a:lnSpc>
              <a:spcAft>
                <a:spcPts val="850"/>
              </a:spcAft>
              <a:buNone/>
              <a:defRPr sz="4400" b="0">
                <a:solidFill>
                  <a:schemeClr val="bg1"/>
                </a:solidFill>
              </a:defRPr>
            </a:lvl2pPr>
            <a:lvl3pPr marL="0" indent="0">
              <a:buNone/>
              <a:defRPr sz="2200" b="1">
                <a:solidFill>
                  <a:srgbClr val="FFFFFF"/>
                </a:solidFill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04584692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Option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51520" y="2571750"/>
            <a:ext cx="3600400" cy="2160240"/>
          </a:xfrm>
        </p:spPr>
        <p:txBody>
          <a:bodyPr numCol="2" spcCol="360000">
            <a:normAutofit/>
          </a:bodyPr>
          <a:lstStyle>
            <a:lvl1pPr marL="0" indent="0" algn="l">
              <a:lnSpc>
                <a:spcPct val="90000"/>
              </a:lnSpc>
              <a:spcBef>
                <a:spcPts val="3000"/>
              </a:spcBef>
              <a:buNone/>
              <a:tabLst/>
              <a:defRPr sz="1600" b="1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563"/>
              </a:spcAft>
              <a:buNone/>
              <a:tabLst/>
              <a:defRPr sz="1600">
                <a:solidFill>
                  <a:schemeClr val="tx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buNone/>
              <a:tabLst/>
              <a:defRPr sz="1600">
                <a:solidFill>
                  <a:schemeClr val="tx1"/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3" name="Title 22"/>
          <p:cNvSpPr>
            <a:spLocks noGrp="1"/>
          </p:cNvSpPr>
          <p:nvPr>
            <p:ph type="title"/>
          </p:nvPr>
        </p:nvSpPr>
        <p:spPr>
          <a:xfrm>
            <a:off x="251521" y="915566"/>
            <a:ext cx="3600399" cy="1440160"/>
          </a:xfrm>
        </p:spPr>
        <p:txBody>
          <a:bodyPr anchor="b" anchorCtr="0">
            <a:noAutofit/>
          </a:bodyPr>
          <a:lstStyle>
            <a:lvl1pPr>
              <a:defRPr sz="360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27" name="Rectangle 26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4" name="Rectangle 43"/>
          <p:cNvSpPr/>
          <p:nvPr userDrawn="1"/>
        </p:nvSpPr>
        <p:spPr>
          <a:xfrm>
            <a:off x="251520" y="4850173"/>
            <a:ext cx="238541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A54D81D-7CFA-4E8D-924E-F049F52C1BE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19" y="267494"/>
            <a:ext cx="1522745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407005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Option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51520" y="1851670"/>
            <a:ext cx="3600400" cy="2847245"/>
          </a:xfrm>
        </p:spPr>
        <p:txBody>
          <a:bodyPr numCol="2" spcCol="360000">
            <a:normAutofit/>
          </a:bodyPr>
          <a:lstStyle>
            <a:lvl1pPr marL="0" indent="0" algn="l">
              <a:lnSpc>
                <a:spcPct val="90000"/>
              </a:lnSpc>
              <a:spcBef>
                <a:spcPts val="3000"/>
              </a:spcBef>
              <a:buNone/>
              <a:tabLst/>
              <a:defRPr sz="1600" b="1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563"/>
              </a:spcAft>
              <a:buNone/>
              <a:tabLst/>
              <a:defRPr sz="1600">
                <a:solidFill>
                  <a:schemeClr val="tx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buNone/>
              <a:tabLst/>
              <a:defRPr sz="1600">
                <a:solidFill>
                  <a:schemeClr val="tx1"/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7" name="Rectangle 26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9" name="Rectangle 28"/>
          <p:cNvSpPr/>
          <p:nvPr userDrawn="1"/>
        </p:nvSpPr>
        <p:spPr>
          <a:xfrm>
            <a:off x="251520" y="4850173"/>
            <a:ext cx="238541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520" y="1136676"/>
            <a:ext cx="3672408" cy="639365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BF62FF1-8277-4CEC-A22F-7E8130E2549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19" y="267494"/>
            <a:ext cx="1522745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595684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-20538"/>
            <a:ext cx="9144000" cy="259560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2859782"/>
            <a:ext cx="7930032" cy="1153507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251520" y="4096622"/>
            <a:ext cx="6840760" cy="273948"/>
          </a:xfrm>
        </p:spPr>
        <p:txBody>
          <a:bodyPr>
            <a:normAutofit/>
          </a:bodyPr>
          <a:lstStyle>
            <a:lvl1pPr marL="0" indent="0" algn="l">
              <a:buNone/>
              <a:defRPr sz="2000" b="0">
                <a:solidFill>
                  <a:schemeClr val="accent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AU" dirty="0"/>
          </a:p>
        </p:txBody>
      </p:sp>
      <p:sp>
        <p:nvSpPr>
          <p:cNvPr id="7" name="Rectangle 6"/>
          <p:cNvSpPr/>
          <p:nvPr userDrawn="1"/>
        </p:nvSpPr>
        <p:spPr>
          <a:xfrm>
            <a:off x="251520" y="4850173"/>
            <a:ext cx="238541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7785B6E-E88B-43F0-AF0F-FE873692AB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8887" y="4177438"/>
            <a:ext cx="1522745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70327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2859782"/>
            <a:ext cx="7930032" cy="1153507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251520" y="4096622"/>
            <a:ext cx="6840760" cy="273948"/>
          </a:xfrm>
        </p:spPr>
        <p:txBody>
          <a:bodyPr>
            <a:normAutofit/>
          </a:bodyPr>
          <a:lstStyle>
            <a:lvl1pPr marL="0" indent="0" algn="l">
              <a:buNone/>
              <a:defRPr sz="2000" b="0">
                <a:solidFill>
                  <a:schemeClr val="accent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AU" dirty="0"/>
          </a:p>
        </p:txBody>
      </p:sp>
      <p:sp>
        <p:nvSpPr>
          <p:cNvPr id="7" name="Rectangle 6"/>
          <p:cNvSpPr/>
          <p:nvPr userDrawn="1"/>
        </p:nvSpPr>
        <p:spPr>
          <a:xfrm>
            <a:off x="251520" y="4850173"/>
            <a:ext cx="238541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sp>
        <p:nvSpPr>
          <p:cNvPr id="8" name="Picture Placeholder 5"/>
          <p:cNvSpPr>
            <a:spLocks noGrp="1"/>
          </p:cNvSpPr>
          <p:nvPr>
            <p:ph type="pic" sz="quarter" idx="10"/>
          </p:nvPr>
        </p:nvSpPr>
        <p:spPr>
          <a:xfrm>
            <a:off x="-1" y="0"/>
            <a:ext cx="9162000" cy="25776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8FF943A-2EFE-4939-9416-AA45E8893D6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8887" y="4177438"/>
            <a:ext cx="1522745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86412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partner logo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-20538"/>
            <a:ext cx="9144000" cy="259560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1203598"/>
            <a:ext cx="7930032" cy="1153507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251520" y="2922403"/>
            <a:ext cx="7200800" cy="273948"/>
          </a:xfrm>
        </p:spPr>
        <p:txBody>
          <a:bodyPr>
            <a:normAutofit/>
          </a:bodyPr>
          <a:lstStyle>
            <a:lvl1pPr marL="0" indent="0" algn="l">
              <a:buNone/>
              <a:defRPr sz="2000" b="0">
                <a:solidFill>
                  <a:schemeClr val="accent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AU" dirty="0"/>
          </a:p>
        </p:txBody>
      </p:sp>
      <p:sp>
        <p:nvSpPr>
          <p:cNvPr id="7" name="Rectangle 6"/>
          <p:cNvSpPr/>
          <p:nvPr userDrawn="1"/>
        </p:nvSpPr>
        <p:spPr>
          <a:xfrm>
            <a:off x="6516216" y="582251"/>
            <a:ext cx="238541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90000"/>
              </a:lnSpc>
            </a:pPr>
            <a:r>
              <a:rPr lang="en-AU" sz="1000" dirty="0">
                <a:solidFill>
                  <a:schemeClr val="bg1"/>
                </a:solidFill>
              </a:rPr>
              <a:t>Australia’s National Science Agency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CA196B7-7271-40B8-B951-8FDD29916E5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267494"/>
            <a:ext cx="1522745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52782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91746455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dar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811248267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numCol="2" spcCol="360000"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558759901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522" y="1131590"/>
            <a:ext cx="8640958" cy="3070944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6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261850" y="267494"/>
            <a:ext cx="8630630" cy="63990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>
                <a:solidFill>
                  <a:schemeClr val="accent3"/>
                </a:solidFill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buNone/>
              <a:defRPr sz="2200" b="0">
                <a:solidFill>
                  <a:schemeClr val="accent2"/>
                </a:solidFill>
              </a:defRPr>
            </a:lvl2pPr>
            <a:lvl3pPr>
              <a:buNone/>
              <a:defRPr sz="2800">
                <a:solidFill>
                  <a:srgbClr val="00A9CE"/>
                </a:solidFill>
              </a:defRPr>
            </a:lvl3pPr>
            <a:lvl4pPr>
              <a:buNone/>
              <a:defRPr sz="2800">
                <a:solidFill>
                  <a:srgbClr val="00A9CE"/>
                </a:solidFill>
              </a:defRPr>
            </a:lvl4pPr>
            <a:lvl5pPr>
              <a:buNone/>
              <a:defRPr sz="2800">
                <a:solidFill>
                  <a:srgbClr val="00A9CE"/>
                </a:solidFill>
              </a:defRPr>
            </a:lvl5pPr>
          </a:lstStyle>
          <a:p>
            <a:pPr lvl="0"/>
            <a:r>
              <a:rPr lang="en-US" dirty="0"/>
              <a:t>Click to edit Master title style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43481746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1520" y="1131590"/>
            <a:ext cx="4038600" cy="331236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74295" y="1131590"/>
            <a:ext cx="4038600" cy="331236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618155876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66849979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 - dar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28194411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90638246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Layout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55556648-49D5-4B5B-92D5-2DB59DEB599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0"/>
            <a:ext cx="9162000" cy="25776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251520" y="2859782"/>
            <a:ext cx="7920880" cy="2016224"/>
          </a:xfrm>
        </p:spPr>
        <p:txBody>
          <a:bodyPr/>
          <a:lstStyle>
            <a:lvl1pPr>
              <a:lnSpc>
                <a:spcPct val="85000"/>
              </a:lnSpc>
              <a:spcAft>
                <a:spcPts val="0"/>
              </a:spcAft>
              <a:buFontTx/>
              <a:buNone/>
              <a:defRPr sz="4000" b="0">
                <a:solidFill>
                  <a:schemeClr val="accent3"/>
                </a:solidFill>
              </a:defRPr>
            </a:lvl1pPr>
            <a:lvl2pPr marL="0" indent="0">
              <a:lnSpc>
                <a:spcPct val="85000"/>
              </a:lnSpc>
              <a:spcAft>
                <a:spcPts val="0"/>
              </a:spcAft>
              <a:buNone/>
              <a:defRPr sz="4000" b="0">
                <a:solidFill>
                  <a:schemeClr val="accent2"/>
                </a:solidFill>
              </a:defRPr>
            </a:lvl2pPr>
            <a:lvl3pPr marL="0" indent="0">
              <a:spcBef>
                <a:spcPts val="2200"/>
              </a:spcBef>
              <a:buNone/>
              <a:defRPr b="1">
                <a:solidFill>
                  <a:srgbClr val="00313C"/>
                </a:solidFill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500638488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 Placeholder 8"/>
          <p:cNvSpPr>
            <a:spLocks noGrp="1"/>
          </p:cNvSpPr>
          <p:nvPr>
            <p:ph type="body" sz="quarter" idx="10"/>
          </p:nvPr>
        </p:nvSpPr>
        <p:spPr>
          <a:xfrm>
            <a:off x="251520" y="1131590"/>
            <a:ext cx="7200800" cy="3600400"/>
          </a:xfrm>
        </p:spPr>
        <p:txBody>
          <a:bodyPr anchor="b" anchorCtr="0"/>
          <a:lstStyle>
            <a:lvl1pPr marL="0" indent="0">
              <a:spcAft>
                <a:spcPts val="0"/>
              </a:spcAft>
              <a:buFontTx/>
              <a:buNone/>
              <a:defRPr sz="4400" b="0">
                <a:solidFill>
                  <a:schemeClr val="accent1"/>
                </a:solidFill>
              </a:defRPr>
            </a:lvl1pPr>
            <a:lvl2pPr marL="0" indent="0">
              <a:lnSpc>
                <a:spcPct val="75000"/>
              </a:lnSpc>
              <a:spcAft>
                <a:spcPts val="850"/>
              </a:spcAft>
              <a:buNone/>
              <a:defRPr sz="4400" b="0">
                <a:solidFill>
                  <a:schemeClr val="bg1"/>
                </a:solidFill>
              </a:defRPr>
            </a:lvl2pPr>
            <a:lvl3pPr marL="0" indent="0">
              <a:buNone/>
              <a:defRPr sz="2200" b="1">
                <a:solidFill>
                  <a:srgbClr val="FFFFFF"/>
                </a:solidFill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098494089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Option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/>
          <p:cNvSpPr/>
          <p:nvPr userDrawn="1"/>
        </p:nvSpPr>
        <p:spPr>
          <a:xfrm>
            <a:off x="0" y="0"/>
            <a:ext cx="9144000" cy="25717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51520" y="3579862"/>
            <a:ext cx="6048672" cy="1008112"/>
          </a:xfrm>
        </p:spPr>
        <p:txBody>
          <a:bodyPr numCol="2" spcCol="360000">
            <a:normAutofit/>
          </a:bodyPr>
          <a:lstStyle>
            <a:lvl1pPr marL="0" indent="0" algn="l">
              <a:lnSpc>
                <a:spcPct val="90000"/>
              </a:lnSpc>
              <a:spcBef>
                <a:spcPts val="3000"/>
              </a:spcBef>
              <a:buNone/>
              <a:defRPr sz="1600" b="1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563"/>
              </a:spcAft>
              <a:buNone/>
              <a:defRPr sz="1600">
                <a:solidFill>
                  <a:schemeClr val="tx1"/>
                </a:solidFill>
              </a:defRPr>
            </a:lvl2pPr>
            <a:lvl3pPr marL="266400" indent="-266400" algn="l">
              <a:lnSpc>
                <a:spcPct val="90000"/>
              </a:lnSpc>
              <a:spcBef>
                <a:spcPts val="0"/>
              </a:spcBef>
              <a:buNone/>
              <a:tabLst>
                <a:tab pos="356400" algn="l"/>
              </a:tabLst>
              <a:defRPr sz="1600">
                <a:solidFill>
                  <a:schemeClr val="tx1"/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3" name="Title 22"/>
          <p:cNvSpPr>
            <a:spLocks noGrp="1"/>
          </p:cNvSpPr>
          <p:nvPr>
            <p:ph type="title"/>
          </p:nvPr>
        </p:nvSpPr>
        <p:spPr>
          <a:xfrm>
            <a:off x="251521" y="2715766"/>
            <a:ext cx="6048671" cy="576064"/>
          </a:xfrm>
        </p:spPr>
        <p:txBody>
          <a:bodyPr anchor="b" anchorCtr="0">
            <a:noAutofit/>
          </a:bodyPr>
          <a:lstStyle>
            <a:lvl1pPr>
              <a:defRPr sz="360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44" name="Rectangle 43"/>
          <p:cNvSpPr/>
          <p:nvPr userDrawn="1"/>
        </p:nvSpPr>
        <p:spPr>
          <a:xfrm>
            <a:off x="251520" y="4850173"/>
            <a:ext cx="238541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86DC4BE-CEEE-431B-9F14-9C577221400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8887" y="4177438"/>
            <a:ext cx="1522745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211303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Option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0"/>
            <a:ext cx="9144000" cy="25717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51520" y="3075806"/>
            <a:ext cx="6984776" cy="1623109"/>
          </a:xfrm>
        </p:spPr>
        <p:txBody>
          <a:bodyPr numCol="2" spcCol="360000">
            <a:normAutofit/>
          </a:bodyPr>
          <a:lstStyle>
            <a:lvl1pPr marL="0" indent="0" algn="l">
              <a:lnSpc>
                <a:spcPct val="90000"/>
              </a:lnSpc>
              <a:spcBef>
                <a:spcPts val="3000"/>
              </a:spcBef>
              <a:buNone/>
              <a:defRPr sz="1600" b="1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563"/>
              </a:spcAft>
              <a:buNone/>
              <a:defRPr sz="1600">
                <a:solidFill>
                  <a:schemeClr val="tx1"/>
                </a:solidFill>
              </a:defRPr>
            </a:lvl2pPr>
            <a:lvl3pPr marL="266400" indent="-266400" algn="l">
              <a:lnSpc>
                <a:spcPct val="90000"/>
              </a:lnSpc>
              <a:spcBef>
                <a:spcPts val="0"/>
              </a:spcBef>
              <a:buNone/>
              <a:tabLst>
                <a:tab pos="356400" algn="l"/>
              </a:tabLst>
              <a:defRPr sz="1600">
                <a:solidFill>
                  <a:schemeClr val="tx1"/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Rectangle 5"/>
          <p:cNvSpPr/>
          <p:nvPr userDrawn="1"/>
        </p:nvSpPr>
        <p:spPr>
          <a:xfrm>
            <a:off x="251520" y="4850173"/>
            <a:ext cx="238541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794113-D310-44FA-B463-B20C679AB5D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8887" y="4177438"/>
            <a:ext cx="1522745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722167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1779662"/>
            <a:ext cx="3600400" cy="1728192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251520" y="3651870"/>
            <a:ext cx="3600400" cy="576064"/>
          </a:xfrm>
        </p:spPr>
        <p:txBody>
          <a:bodyPr>
            <a:normAutofit/>
          </a:bodyPr>
          <a:lstStyle>
            <a:lvl1pPr marL="0" indent="0" algn="l">
              <a:buNone/>
              <a:defRPr sz="2000" b="0">
                <a:solidFill>
                  <a:schemeClr val="accent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AU" dirty="0"/>
          </a:p>
        </p:txBody>
      </p:sp>
      <p:sp>
        <p:nvSpPr>
          <p:cNvPr id="4" name="Rectangle 3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E31894D-BB7F-4DA8-8D6C-C5A7A751EA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1519" y="267494"/>
            <a:ext cx="2731182" cy="684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A711503A-192E-4575-80CF-A393277570CC}"/>
              </a:ext>
            </a:extLst>
          </p:cNvPr>
          <p:cNvSpPr/>
          <p:nvPr userDrawn="1"/>
        </p:nvSpPr>
        <p:spPr>
          <a:xfrm>
            <a:off x="251520" y="4711673"/>
            <a:ext cx="3024336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Operated by CSIRO, Australia’s National Science Agency,</a:t>
            </a:r>
          </a:p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on behalf of the nation</a:t>
            </a:r>
          </a:p>
        </p:txBody>
      </p:sp>
    </p:spTree>
    <p:extLst>
      <p:ext uri="{BB962C8B-B14F-4D97-AF65-F5344CB8AC3E}">
        <p14:creationId xmlns:p14="http://schemas.microsoft.com/office/powerpoint/2010/main" val="21959342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  <p15:guide id="3" pos="5602">
          <p15:clr>
            <a:srgbClr val="FBAE40"/>
          </p15:clr>
        </p15:guide>
        <p15:guide id="4" pos="158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1779662"/>
            <a:ext cx="3600400" cy="1728192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251520" y="3651870"/>
            <a:ext cx="3600400" cy="576064"/>
          </a:xfrm>
        </p:spPr>
        <p:txBody>
          <a:bodyPr>
            <a:normAutofit/>
          </a:bodyPr>
          <a:lstStyle>
            <a:lvl1pPr marL="0" indent="0" algn="l">
              <a:buNone/>
              <a:defRPr sz="2000" b="0">
                <a:solidFill>
                  <a:schemeClr val="accent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AU" dirty="0"/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0"/>
          </p:nvPr>
        </p:nvSpPr>
        <p:spPr>
          <a:xfrm>
            <a:off x="4571999" y="0"/>
            <a:ext cx="4563963" cy="51435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3F349AB-7817-4CF8-9EFC-2CD503B23F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1519" y="267494"/>
            <a:ext cx="2731182" cy="684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5BB22E12-9556-46D6-9897-3CA8F81E5AF4}"/>
              </a:ext>
            </a:extLst>
          </p:cNvPr>
          <p:cNvSpPr/>
          <p:nvPr userDrawn="1"/>
        </p:nvSpPr>
        <p:spPr>
          <a:xfrm>
            <a:off x="251520" y="4711673"/>
            <a:ext cx="3024336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Operated by CSIRO, Australia’s National Science Agency,</a:t>
            </a:r>
          </a:p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on behalf of the nation</a:t>
            </a:r>
          </a:p>
        </p:txBody>
      </p:sp>
    </p:spTree>
    <p:extLst>
      <p:ext uri="{BB962C8B-B14F-4D97-AF65-F5344CB8AC3E}">
        <p14:creationId xmlns:p14="http://schemas.microsoft.com/office/powerpoint/2010/main" val="12223766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58">
          <p15:clr>
            <a:srgbClr val="FBAE40"/>
          </p15:clr>
        </p15:guide>
        <p15:guide id="2" orient="horz" pos="1620">
          <p15:clr>
            <a:srgbClr val="FBAE40"/>
          </p15:clr>
        </p15:guide>
        <p15:guide id="3" pos="2880">
          <p15:clr>
            <a:srgbClr val="FBAE40"/>
          </p15:clr>
        </p15:guide>
        <p15:guide id="4" pos="5602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globe 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2054777"/>
            <a:ext cx="2016224" cy="1728192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02589A1-48A8-4C4C-9006-4BAA8009E45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413687" y="413437"/>
            <a:ext cx="4316625" cy="4316625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E2EE9FCB-7566-4817-BC3E-151216DAC5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1519" y="267494"/>
            <a:ext cx="2731182" cy="6840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67F65CF7-BE56-42AE-89A3-8632383904C9}"/>
              </a:ext>
            </a:extLst>
          </p:cNvPr>
          <p:cNvSpPr/>
          <p:nvPr userDrawn="1"/>
        </p:nvSpPr>
        <p:spPr>
          <a:xfrm>
            <a:off x="251520" y="4711673"/>
            <a:ext cx="3024336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Operated by CSIRO, Australia’s National Science Agency,</a:t>
            </a:r>
          </a:p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on behalf of the nation</a:t>
            </a:r>
          </a:p>
        </p:txBody>
      </p:sp>
    </p:spTree>
    <p:extLst>
      <p:ext uri="{BB962C8B-B14F-4D97-AF65-F5344CB8AC3E}">
        <p14:creationId xmlns:p14="http://schemas.microsoft.com/office/powerpoint/2010/main" val="35136020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  <p15:guide id="3" pos="5602">
          <p15:clr>
            <a:srgbClr val="FBAE40"/>
          </p15:clr>
        </p15:guide>
        <p15:guide id="4" pos="158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04847982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dar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57886380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numCol="2" spcCol="360000"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628550128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522" y="1707654"/>
            <a:ext cx="8640958" cy="3024336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6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261850" y="843558"/>
            <a:ext cx="8630630" cy="63990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>
                <a:solidFill>
                  <a:schemeClr val="accent3"/>
                </a:solidFill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buNone/>
              <a:defRPr sz="2200" b="0">
                <a:solidFill>
                  <a:schemeClr val="accent2"/>
                </a:solidFill>
              </a:defRPr>
            </a:lvl2pPr>
            <a:lvl3pPr>
              <a:buNone/>
              <a:defRPr sz="2800">
                <a:solidFill>
                  <a:srgbClr val="00A9CE"/>
                </a:solidFill>
              </a:defRPr>
            </a:lvl3pPr>
            <a:lvl4pPr>
              <a:buNone/>
              <a:defRPr sz="2800">
                <a:solidFill>
                  <a:srgbClr val="00A9CE"/>
                </a:solidFill>
              </a:defRPr>
            </a:lvl4pPr>
            <a:lvl5pPr>
              <a:buNone/>
              <a:defRPr sz="2800">
                <a:solidFill>
                  <a:srgbClr val="00A9CE"/>
                </a:solidFill>
              </a:defRPr>
            </a:lvl5pPr>
          </a:lstStyle>
          <a:p>
            <a:pPr lvl="0"/>
            <a:r>
              <a:rPr lang="en-US" dirty="0"/>
              <a:t>Click to edit Master title style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481506684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1520" y="1665854"/>
            <a:ext cx="4038600" cy="30661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74295" y="1665854"/>
            <a:ext cx="4038600" cy="30661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249582228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 with cataly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520" y="805458"/>
            <a:ext cx="4038600" cy="639365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1520" y="1665854"/>
            <a:ext cx="4038600" cy="30661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38700" y="1665854"/>
            <a:ext cx="4038600" cy="30661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>
          <a:xfrm>
            <a:off x="601371" y="4878250"/>
            <a:ext cx="3688750" cy="95510"/>
          </a:xfrm>
        </p:spPr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500733177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 with catalyst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520" y="805458"/>
            <a:ext cx="4038600" cy="639365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1520" y="1665854"/>
            <a:ext cx="4038600" cy="30661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38700" y="1665854"/>
            <a:ext cx="4038600" cy="3066136"/>
          </a:xfrm>
        </p:spPr>
        <p:txBody>
          <a:bodyPr/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bg1"/>
                </a:solidFill>
              </a:defRPr>
            </a:lvl2pPr>
            <a:lvl3pPr>
              <a:defRPr sz="2000">
                <a:solidFill>
                  <a:schemeClr val="bg1"/>
                </a:solidFill>
              </a:defRPr>
            </a:lvl3pPr>
            <a:lvl4pPr>
              <a:defRPr sz="20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>
          <a:xfrm>
            <a:off x="601371" y="4878250"/>
            <a:ext cx="3688750" cy="95510"/>
          </a:xfrm>
        </p:spPr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50140729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+ half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5"/>
          <p:cNvSpPr>
            <a:spLocks noGrp="1"/>
          </p:cNvSpPr>
          <p:nvPr>
            <p:ph type="pic" sz="quarter" idx="12"/>
          </p:nvPr>
        </p:nvSpPr>
        <p:spPr>
          <a:xfrm>
            <a:off x="4571999" y="0"/>
            <a:ext cx="4563963" cy="51435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522" y="1550788"/>
            <a:ext cx="4032446" cy="3181202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51520" y="805458"/>
            <a:ext cx="4032448" cy="639365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>
          <a:xfrm>
            <a:off x="601371" y="4878250"/>
            <a:ext cx="3682598" cy="95510"/>
          </a:xfrm>
        </p:spPr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090326780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 + quarter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5"/>
          <p:cNvSpPr>
            <a:spLocks noGrp="1"/>
          </p:cNvSpPr>
          <p:nvPr>
            <p:ph type="pic" sz="quarter" idx="12"/>
          </p:nvPr>
        </p:nvSpPr>
        <p:spPr>
          <a:xfrm>
            <a:off x="6853836" y="0"/>
            <a:ext cx="2282400" cy="51435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522" y="1550788"/>
            <a:ext cx="6336702" cy="3181202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51520" y="805458"/>
            <a:ext cx="6336704" cy="639365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>
          <a:xfrm>
            <a:off x="601370" y="4878250"/>
            <a:ext cx="5986853" cy="95510"/>
          </a:xfrm>
        </p:spPr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548407362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7592283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 - dar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233249633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20738463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17B52948-05FD-444E-9ADC-BA5285595A7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571999" y="0"/>
            <a:ext cx="4563963" cy="51435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251520" y="1851670"/>
            <a:ext cx="3960440" cy="2525068"/>
          </a:xfrm>
        </p:spPr>
        <p:txBody>
          <a:bodyPr/>
          <a:lstStyle>
            <a:lvl1pPr marL="0" indent="0">
              <a:lnSpc>
                <a:spcPct val="85000"/>
              </a:lnSpc>
              <a:spcAft>
                <a:spcPts val="0"/>
              </a:spcAft>
              <a:buFontTx/>
              <a:buNone/>
              <a:defRPr sz="4000" b="0">
                <a:solidFill>
                  <a:schemeClr val="accent3"/>
                </a:solidFill>
              </a:defRPr>
            </a:lvl1pPr>
            <a:lvl2pPr marL="0" indent="0">
              <a:lnSpc>
                <a:spcPct val="85000"/>
              </a:lnSpc>
              <a:spcAft>
                <a:spcPts val="0"/>
              </a:spcAft>
              <a:buNone/>
              <a:defRPr sz="4000" b="0">
                <a:solidFill>
                  <a:schemeClr val="accent2"/>
                </a:solidFill>
              </a:defRPr>
            </a:lvl2pPr>
            <a:lvl3pPr marL="0" indent="0">
              <a:spcBef>
                <a:spcPts val="2200"/>
              </a:spcBef>
              <a:buNone/>
              <a:defRPr b="1">
                <a:solidFill>
                  <a:srgbClr val="00313C"/>
                </a:solidFill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660087836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 Placeholder 8"/>
          <p:cNvSpPr>
            <a:spLocks noGrp="1"/>
          </p:cNvSpPr>
          <p:nvPr>
            <p:ph type="body" sz="quarter" idx="10"/>
          </p:nvPr>
        </p:nvSpPr>
        <p:spPr>
          <a:xfrm>
            <a:off x="251520" y="1275605"/>
            <a:ext cx="7056784" cy="2736305"/>
          </a:xfrm>
        </p:spPr>
        <p:txBody>
          <a:bodyPr anchor="b" anchorCtr="0"/>
          <a:lstStyle>
            <a:lvl1pPr marL="0" indent="0">
              <a:spcAft>
                <a:spcPts val="0"/>
              </a:spcAft>
              <a:buFontTx/>
              <a:buNone/>
              <a:defRPr sz="4400" b="0">
                <a:solidFill>
                  <a:schemeClr val="accent1"/>
                </a:solidFill>
              </a:defRPr>
            </a:lvl1pPr>
            <a:lvl2pPr marL="0" indent="0">
              <a:lnSpc>
                <a:spcPct val="75000"/>
              </a:lnSpc>
              <a:spcAft>
                <a:spcPts val="850"/>
              </a:spcAft>
              <a:buNone/>
              <a:defRPr sz="4400" b="0">
                <a:solidFill>
                  <a:schemeClr val="bg1"/>
                </a:solidFill>
              </a:defRPr>
            </a:lvl2pPr>
            <a:lvl3pPr marL="0" indent="0">
              <a:buNone/>
              <a:defRPr sz="2200" b="1">
                <a:solidFill>
                  <a:srgbClr val="FFFFFF"/>
                </a:solidFill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606900272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Option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51520" y="2571750"/>
            <a:ext cx="3600400" cy="2160240"/>
          </a:xfrm>
        </p:spPr>
        <p:txBody>
          <a:bodyPr numCol="2" spcCol="360000">
            <a:normAutofit/>
          </a:bodyPr>
          <a:lstStyle>
            <a:lvl1pPr marL="0" indent="0" algn="l">
              <a:lnSpc>
                <a:spcPct val="90000"/>
              </a:lnSpc>
              <a:spcBef>
                <a:spcPts val="3000"/>
              </a:spcBef>
              <a:buNone/>
              <a:tabLst/>
              <a:defRPr sz="1600" b="1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563"/>
              </a:spcAft>
              <a:buNone/>
              <a:tabLst/>
              <a:defRPr sz="1600">
                <a:solidFill>
                  <a:schemeClr val="tx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buNone/>
              <a:tabLst/>
              <a:defRPr sz="1600">
                <a:solidFill>
                  <a:schemeClr val="tx1"/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3" name="Title 22"/>
          <p:cNvSpPr>
            <a:spLocks noGrp="1"/>
          </p:cNvSpPr>
          <p:nvPr>
            <p:ph type="title"/>
          </p:nvPr>
        </p:nvSpPr>
        <p:spPr>
          <a:xfrm>
            <a:off x="251521" y="915566"/>
            <a:ext cx="3600399" cy="1440160"/>
          </a:xfrm>
        </p:spPr>
        <p:txBody>
          <a:bodyPr anchor="b" anchorCtr="0">
            <a:noAutofit/>
          </a:bodyPr>
          <a:lstStyle>
            <a:lvl1pPr>
              <a:defRPr sz="360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27" name="Rectangle 26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3E1FEB1-B064-4A02-9F41-042BA4A65F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1519" y="267494"/>
            <a:ext cx="2731182" cy="684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9D8E361E-CD87-443C-800B-4A44210D567D}"/>
              </a:ext>
            </a:extLst>
          </p:cNvPr>
          <p:cNvSpPr/>
          <p:nvPr userDrawn="1"/>
        </p:nvSpPr>
        <p:spPr>
          <a:xfrm>
            <a:off x="251520" y="4711673"/>
            <a:ext cx="324036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Operated by CSIRO, Australia’s National Science Agency,</a:t>
            </a:r>
          </a:p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on behalf of the nation</a:t>
            </a:r>
          </a:p>
        </p:txBody>
      </p:sp>
    </p:spTree>
    <p:extLst>
      <p:ext uri="{BB962C8B-B14F-4D97-AF65-F5344CB8AC3E}">
        <p14:creationId xmlns:p14="http://schemas.microsoft.com/office/powerpoint/2010/main" val="1098406186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Option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51520" y="1851670"/>
            <a:ext cx="3600400" cy="2847245"/>
          </a:xfrm>
        </p:spPr>
        <p:txBody>
          <a:bodyPr numCol="2" spcCol="360000">
            <a:normAutofit/>
          </a:bodyPr>
          <a:lstStyle>
            <a:lvl1pPr marL="0" indent="0" algn="l">
              <a:lnSpc>
                <a:spcPct val="90000"/>
              </a:lnSpc>
              <a:spcBef>
                <a:spcPts val="3000"/>
              </a:spcBef>
              <a:buNone/>
              <a:tabLst/>
              <a:defRPr sz="1600" b="1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563"/>
              </a:spcAft>
              <a:buNone/>
              <a:tabLst/>
              <a:defRPr sz="1600">
                <a:solidFill>
                  <a:schemeClr val="tx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buNone/>
              <a:tabLst/>
              <a:defRPr sz="1600">
                <a:solidFill>
                  <a:schemeClr val="tx1"/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7" name="Rectangle 26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520" y="1136676"/>
            <a:ext cx="3672408" cy="639365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2595896B-47EC-4FA1-B742-A753A24055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1519" y="267494"/>
            <a:ext cx="2731182" cy="684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DCE8BE1-B123-4F39-B7B9-5731EE8B58DC}"/>
              </a:ext>
            </a:extLst>
          </p:cNvPr>
          <p:cNvSpPr/>
          <p:nvPr userDrawn="1"/>
        </p:nvSpPr>
        <p:spPr>
          <a:xfrm>
            <a:off x="251520" y="4711673"/>
            <a:ext cx="324036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Operated by CSIRO, Australia’s National Science Agency,</a:t>
            </a:r>
          </a:p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on behalf of the nation</a:t>
            </a:r>
          </a:p>
        </p:txBody>
      </p:sp>
    </p:spTree>
    <p:extLst>
      <p:ext uri="{BB962C8B-B14F-4D97-AF65-F5344CB8AC3E}">
        <p14:creationId xmlns:p14="http://schemas.microsoft.com/office/powerpoint/2010/main" val="1534252354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-20538"/>
            <a:ext cx="9144000" cy="259560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2859782"/>
            <a:ext cx="7930032" cy="1153507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251520" y="4096622"/>
            <a:ext cx="5760640" cy="273948"/>
          </a:xfrm>
        </p:spPr>
        <p:txBody>
          <a:bodyPr>
            <a:normAutofit/>
          </a:bodyPr>
          <a:lstStyle>
            <a:lvl1pPr marL="0" indent="0" algn="l">
              <a:buNone/>
              <a:defRPr sz="2000" b="0">
                <a:solidFill>
                  <a:schemeClr val="accent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AU" dirty="0"/>
          </a:p>
        </p:txBody>
      </p:sp>
      <p:sp>
        <p:nvSpPr>
          <p:cNvPr id="7" name="Rectangle 6"/>
          <p:cNvSpPr/>
          <p:nvPr userDrawn="1"/>
        </p:nvSpPr>
        <p:spPr>
          <a:xfrm>
            <a:off x="251520" y="4850173"/>
            <a:ext cx="518457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Operated by CSIRO, Australia’s National Science Agency, on behalf of the nation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C387BE29-1632-4D81-AE78-54533B5FB7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70450" y="4213438"/>
            <a:ext cx="2731182" cy="68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8690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2859782"/>
            <a:ext cx="7930032" cy="1153507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251520" y="4096622"/>
            <a:ext cx="5760640" cy="273948"/>
          </a:xfrm>
        </p:spPr>
        <p:txBody>
          <a:bodyPr>
            <a:normAutofit/>
          </a:bodyPr>
          <a:lstStyle>
            <a:lvl1pPr marL="0" indent="0" algn="l">
              <a:buNone/>
              <a:defRPr sz="2000" b="0">
                <a:solidFill>
                  <a:schemeClr val="accent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AU" dirty="0"/>
          </a:p>
        </p:txBody>
      </p:sp>
      <p:sp>
        <p:nvSpPr>
          <p:cNvPr id="8" name="Picture Placeholder 5"/>
          <p:cNvSpPr>
            <a:spLocks noGrp="1"/>
          </p:cNvSpPr>
          <p:nvPr>
            <p:ph type="pic" sz="quarter" idx="10"/>
          </p:nvPr>
        </p:nvSpPr>
        <p:spPr>
          <a:xfrm>
            <a:off x="-1" y="0"/>
            <a:ext cx="9162000" cy="25776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B1CABD70-4867-48FD-AC0D-DCF015F1BC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70450" y="4213438"/>
            <a:ext cx="2731182" cy="6840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ED3FF37-CBD0-4006-BB03-019DB869F03D}"/>
              </a:ext>
            </a:extLst>
          </p:cNvPr>
          <p:cNvSpPr/>
          <p:nvPr userDrawn="1"/>
        </p:nvSpPr>
        <p:spPr>
          <a:xfrm>
            <a:off x="251520" y="4850173"/>
            <a:ext cx="518457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Operated by CSIRO, Australia’s National Science Agency, on behalf of the nation</a:t>
            </a:r>
          </a:p>
        </p:txBody>
      </p:sp>
    </p:spTree>
    <p:extLst>
      <p:ext uri="{BB962C8B-B14F-4D97-AF65-F5344CB8AC3E}">
        <p14:creationId xmlns:p14="http://schemas.microsoft.com/office/powerpoint/2010/main" val="18647517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partner logo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-20538"/>
            <a:ext cx="9144000" cy="259560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1203598"/>
            <a:ext cx="7930032" cy="1153507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251520" y="2922403"/>
            <a:ext cx="7200800" cy="273948"/>
          </a:xfrm>
        </p:spPr>
        <p:txBody>
          <a:bodyPr>
            <a:normAutofit/>
          </a:bodyPr>
          <a:lstStyle>
            <a:lvl1pPr marL="0" indent="0" algn="l">
              <a:buNone/>
              <a:defRPr sz="2000" b="0">
                <a:solidFill>
                  <a:schemeClr val="accent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AU" dirty="0"/>
          </a:p>
        </p:txBody>
      </p:sp>
      <p:sp>
        <p:nvSpPr>
          <p:cNvPr id="7" name="Rectangle 6"/>
          <p:cNvSpPr/>
          <p:nvPr userDrawn="1"/>
        </p:nvSpPr>
        <p:spPr>
          <a:xfrm>
            <a:off x="5652120" y="470994"/>
            <a:ext cx="3249512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90000"/>
              </a:lnSpc>
            </a:pPr>
            <a:r>
              <a:rPr lang="en-AU" sz="1000" dirty="0">
                <a:solidFill>
                  <a:schemeClr val="bg1"/>
                </a:solidFill>
              </a:rPr>
              <a:t>Operated by CSIRO, Australia’s National Science Agency, </a:t>
            </a:r>
            <a:br>
              <a:rPr lang="en-AU" sz="1000" dirty="0">
                <a:solidFill>
                  <a:schemeClr val="bg1"/>
                </a:solidFill>
              </a:rPr>
            </a:br>
            <a:r>
              <a:rPr lang="en-AU" sz="1000" dirty="0">
                <a:solidFill>
                  <a:schemeClr val="bg1"/>
                </a:solidFill>
              </a:rPr>
              <a:t>on behalf of the nation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F4E7955D-800C-4935-BA3F-A34E93CC02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1520" y="267494"/>
            <a:ext cx="2731182" cy="68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62193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846392248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dar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964751951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numCol="2" spcCol="360000"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664275479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522" y="1131590"/>
            <a:ext cx="8640958" cy="3070944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6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261850" y="267494"/>
            <a:ext cx="8630630" cy="63990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>
                <a:solidFill>
                  <a:schemeClr val="accent3"/>
                </a:solidFill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buNone/>
              <a:defRPr sz="2200" b="0">
                <a:solidFill>
                  <a:schemeClr val="accent2"/>
                </a:solidFill>
              </a:defRPr>
            </a:lvl2pPr>
            <a:lvl3pPr>
              <a:buNone/>
              <a:defRPr sz="2800">
                <a:solidFill>
                  <a:srgbClr val="00A9CE"/>
                </a:solidFill>
              </a:defRPr>
            </a:lvl3pPr>
            <a:lvl4pPr>
              <a:buNone/>
              <a:defRPr sz="2800">
                <a:solidFill>
                  <a:srgbClr val="00A9CE"/>
                </a:solidFill>
              </a:defRPr>
            </a:lvl4pPr>
            <a:lvl5pPr>
              <a:buNone/>
              <a:defRPr sz="2800">
                <a:solidFill>
                  <a:srgbClr val="00A9CE"/>
                </a:solidFill>
              </a:defRPr>
            </a:lvl5pPr>
          </a:lstStyle>
          <a:p>
            <a:pPr lvl="0"/>
            <a:r>
              <a:rPr lang="en-US" dirty="0"/>
              <a:t>Click to edit Master title style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941933950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1520" y="1131590"/>
            <a:ext cx="4038600" cy="331236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74295" y="1131590"/>
            <a:ext cx="4038600" cy="331236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995410454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4887027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 - dar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713211729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635167963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Layout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55556648-49D5-4B5B-92D5-2DB59DEB599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0"/>
            <a:ext cx="9162000" cy="25776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251520" y="2859782"/>
            <a:ext cx="7920880" cy="2016224"/>
          </a:xfrm>
        </p:spPr>
        <p:txBody>
          <a:bodyPr/>
          <a:lstStyle>
            <a:lvl1pPr>
              <a:lnSpc>
                <a:spcPct val="85000"/>
              </a:lnSpc>
              <a:spcAft>
                <a:spcPts val="0"/>
              </a:spcAft>
              <a:buFontTx/>
              <a:buNone/>
              <a:defRPr sz="4000" b="0">
                <a:solidFill>
                  <a:schemeClr val="accent3"/>
                </a:solidFill>
              </a:defRPr>
            </a:lvl1pPr>
            <a:lvl2pPr marL="0" indent="0">
              <a:lnSpc>
                <a:spcPct val="85000"/>
              </a:lnSpc>
              <a:spcAft>
                <a:spcPts val="0"/>
              </a:spcAft>
              <a:buNone/>
              <a:defRPr sz="4000" b="0">
                <a:solidFill>
                  <a:schemeClr val="accent2"/>
                </a:solidFill>
              </a:defRPr>
            </a:lvl2pPr>
            <a:lvl3pPr marL="0" indent="0">
              <a:spcBef>
                <a:spcPts val="2200"/>
              </a:spcBef>
              <a:buNone/>
              <a:defRPr b="1">
                <a:solidFill>
                  <a:srgbClr val="00313C"/>
                </a:solidFill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870715767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 Placeholder 8"/>
          <p:cNvSpPr>
            <a:spLocks noGrp="1"/>
          </p:cNvSpPr>
          <p:nvPr>
            <p:ph type="body" sz="quarter" idx="10"/>
          </p:nvPr>
        </p:nvSpPr>
        <p:spPr>
          <a:xfrm>
            <a:off x="251520" y="1131590"/>
            <a:ext cx="7200800" cy="3600400"/>
          </a:xfrm>
        </p:spPr>
        <p:txBody>
          <a:bodyPr anchor="b" anchorCtr="0"/>
          <a:lstStyle>
            <a:lvl1pPr marL="0" indent="0">
              <a:spcAft>
                <a:spcPts val="0"/>
              </a:spcAft>
              <a:buFontTx/>
              <a:buNone/>
              <a:defRPr sz="4400" b="0">
                <a:solidFill>
                  <a:schemeClr val="accent1"/>
                </a:solidFill>
              </a:defRPr>
            </a:lvl1pPr>
            <a:lvl2pPr marL="0" indent="0">
              <a:lnSpc>
                <a:spcPct val="75000"/>
              </a:lnSpc>
              <a:spcAft>
                <a:spcPts val="850"/>
              </a:spcAft>
              <a:buNone/>
              <a:defRPr sz="4400" b="0">
                <a:solidFill>
                  <a:schemeClr val="bg1"/>
                </a:solidFill>
              </a:defRPr>
            </a:lvl2pPr>
            <a:lvl3pPr marL="0" indent="0">
              <a:buNone/>
              <a:defRPr sz="2200" b="1">
                <a:solidFill>
                  <a:srgbClr val="FFFFFF"/>
                </a:solidFill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600783570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Option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/>
          <p:cNvSpPr/>
          <p:nvPr userDrawn="1"/>
        </p:nvSpPr>
        <p:spPr>
          <a:xfrm>
            <a:off x="0" y="0"/>
            <a:ext cx="9144000" cy="25717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51520" y="3579862"/>
            <a:ext cx="5760640" cy="1008112"/>
          </a:xfrm>
        </p:spPr>
        <p:txBody>
          <a:bodyPr numCol="2" spcCol="360000">
            <a:normAutofit/>
          </a:bodyPr>
          <a:lstStyle>
            <a:lvl1pPr marL="0" indent="0" algn="l">
              <a:lnSpc>
                <a:spcPct val="90000"/>
              </a:lnSpc>
              <a:spcBef>
                <a:spcPts val="3000"/>
              </a:spcBef>
              <a:buNone/>
              <a:defRPr sz="1600" b="1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563"/>
              </a:spcAft>
              <a:buNone/>
              <a:defRPr sz="1600">
                <a:solidFill>
                  <a:schemeClr val="tx1"/>
                </a:solidFill>
              </a:defRPr>
            </a:lvl2pPr>
            <a:lvl3pPr marL="266400" indent="-266400" algn="l">
              <a:lnSpc>
                <a:spcPct val="90000"/>
              </a:lnSpc>
              <a:spcBef>
                <a:spcPts val="0"/>
              </a:spcBef>
              <a:buNone/>
              <a:tabLst>
                <a:tab pos="356400" algn="l"/>
              </a:tabLst>
              <a:defRPr sz="1600">
                <a:solidFill>
                  <a:schemeClr val="tx1"/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3" name="Title 22"/>
          <p:cNvSpPr>
            <a:spLocks noGrp="1"/>
          </p:cNvSpPr>
          <p:nvPr>
            <p:ph type="title"/>
          </p:nvPr>
        </p:nvSpPr>
        <p:spPr>
          <a:xfrm>
            <a:off x="251521" y="2715766"/>
            <a:ext cx="6048671" cy="576064"/>
          </a:xfrm>
        </p:spPr>
        <p:txBody>
          <a:bodyPr anchor="b" anchorCtr="0">
            <a:noAutofit/>
          </a:bodyPr>
          <a:lstStyle>
            <a:lvl1pPr>
              <a:defRPr sz="360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E95FEBB1-2FB4-404D-B517-C1502B593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70450" y="4213438"/>
            <a:ext cx="2731182" cy="684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F93F3E07-2251-45C6-9608-F9B7BC275A58}"/>
              </a:ext>
            </a:extLst>
          </p:cNvPr>
          <p:cNvSpPr/>
          <p:nvPr userDrawn="1"/>
        </p:nvSpPr>
        <p:spPr>
          <a:xfrm>
            <a:off x="251520" y="4850173"/>
            <a:ext cx="518457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Operated by CSIRO, Australia’s National Science Agency, on behalf of the nation</a:t>
            </a:r>
          </a:p>
        </p:txBody>
      </p:sp>
    </p:spTree>
    <p:extLst>
      <p:ext uri="{BB962C8B-B14F-4D97-AF65-F5344CB8AC3E}">
        <p14:creationId xmlns:p14="http://schemas.microsoft.com/office/powerpoint/2010/main" val="1720923153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Option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0"/>
            <a:ext cx="9144000" cy="25717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51520" y="3075806"/>
            <a:ext cx="5760640" cy="1623109"/>
          </a:xfrm>
        </p:spPr>
        <p:txBody>
          <a:bodyPr numCol="2" spcCol="360000">
            <a:normAutofit/>
          </a:bodyPr>
          <a:lstStyle>
            <a:lvl1pPr marL="0" indent="0" algn="l">
              <a:lnSpc>
                <a:spcPct val="90000"/>
              </a:lnSpc>
              <a:spcBef>
                <a:spcPts val="3000"/>
              </a:spcBef>
              <a:buNone/>
              <a:defRPr sz="1600" b="1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563"/>
              </a:spcAft>
              <a:buNone/>
              <a:defRPr sz="1600">
                <a:solidFill>
                  <a:schemeClr val="tx1"/>
                </a:solidFill>
              </a:defRPr>
            </a:lvl2pPr>
            <a:lvl3pPr marL="266400" indent="-266400" algn="l">
              <a:lnSpc>
                <a:spcPct val="90000"/>
              </a:lnSpc>
              <a:spcBef>
                <a:spcPts val="0"/>
              </a:spcBef>
              <a:buNone/>
              <a:tabLst>
                <a:tab pos="356400" algn="l"/>
              </a:tabLst>
              <a:defRPr sz="1600">
                <a:solidFill>
                  <a:schemeClr val="tx1"/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26E1E94-9471-4672-BA14-8DD18A74F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70450" y="4213438"/>
            <a:ext cx="2731182" cy="6840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1CBBD1A7-F5C4-41D4-8812-4A43FA84033A}"/>
              </a:ext>
            </a:extLst>
          </p:cNvPr>
          <p:cNvSpPr/>
          <p:nvPr userDrawn="1"/>
        </p:nvSpPr>
        <p:spPr>
          <a:xfrm>
            <a:off x="251520" y="4850173"/>
            <a:ext cx="518457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Operated by CSIRO, Australia’s National Science Agency, on behalf of the nation</a:t>
            </a:r>
          </a:p>
        </p:txBody>
      </p:sp>
    </p:spTree>
    <p:extLst>
      <p:ext uri="{BB962C8B-B14F-4D97-AF65-F5344CB8AC3E}">
        <p14:creationId xmlns:p14="http://schemas.microsoft.com/office/powerpoint/2010/main" val="1616746899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1779662"/>
            <a:ext cx="3600400" cy="1728192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251520" y="3651870"/>
            <a:ext cx="3600400" cy="576064"/>
          </a:xfrm>
        </p:spPr>
        <p:txBody>
          <a:bodyPr>
            <a:normAutofit/>
          </a:bodyPr>
          <a:lstStyle>
            <a:lvl1pPr marL="0" indent="0" algn="l">
              <a:buNone/>
              <a:defRPr sz="2000" b="0">
                <a:solidFill>
                  <a:schemeClr val="accent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4" name="Rectangle 3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Rectangle 10"/>
          <p:cNvSpPr/>
          <p:nvPr userDrawn="1"/>
        </p:nvSpPr>
        <p:spPr>
          <a:xfrm>
            <a:off x="251520" y="4850173"/>
            <a:ext cx="302433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D0E9AAB-FD72-2643-BFC4-B94B291F6BA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312929"/>
            <a:ext cx="1567204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52672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  <p15:guide id="3" pos="5602">
          <p15:clr>
            <a:srgbClr val="FBAE40"/>
          </p15:clr>
        </p15:guide>
        <p15:guide id="4" pos="158">
          <p15:clr>
            <a:srgbClr val="FBAE40"/>
          </p15:clr>
        </p15:guide>
      </p15:sldGuideLst>
    </p:ext>
  </p:extLst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1779662"/>
            <a:ext cx="3600400" cy="1728192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251520" y="3651870"/>
            <a:ext cx="3600400" cy="576064"/>
          </a:xfrm>
        </p:spPr>
        <p:txBody>
          <a:bodyPr>
            <a:normAutofit/>
          </a:bodyPr>
          <a:lstStyle>
            <a:lvl1pPr marL="0" indent="0" algn="l">
              <a:buNone/>
              <a:defRPr sz="2000" b="0">
                <a:solidFill>
                  <a:schemeClr val="accent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11" name="Rectangle 10"/>
          <p:cNvSpPr/>
          <p:nvPr userDrawn="1"/>
        </p:nvSpPr>
        <p:spPr>
          <a:xfrm>
            <a:off x="251520" y="4850173"/>
            <a:ext cx="302433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0"/>
          </p:nvPr>
        </p:nvSpPr>
        <p:spPr>
          <a:xfrm>
            <a:off x="4571999" y="0"/>
            <a:ext cx="4563963" cy="51435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AU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3B9622D-F19E-432D-860A-326029CCE79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312929"/>
            <a:ext cx="1567204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72353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58">
          <p15:clr>
            <a:srgbClr val="FBAE40"/>
          </p15:clr>
        </p15:guide>
        <p15:guide id="2" orient="horz" pos="1620">
          <p15:clr>
            <a:srgbClr val="FBAE40"/>
          </p15:clr>
        </p15:guide>
        <p15:guide id="3" pos="2880">
          <p15:clr>
            <a:srgbClr val="FBAE40"/>
          </p15:clr>
        </p15:guide>
        <p15:guide id="4" pos="5602">
          <p15:clr>
            <a:srgbClr val="FBAE40"/>
          </p15:clr>
        </p15:guide>
      </p15:sldGuideLst>
    </p:ext>
  </p:extLst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globe 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5EA4BEA-90AA-46F4-829C-BDC63E08AE8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409831" y="411510"/>
            <a:ext cx="4324337" cy="432048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2054777"/>
            <a:ext cx="2016224" cy="1728192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6C8B3A7-6D79-4B41-84C1-E8DAF3E537D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312929"/>
            <a:ext cx="1567204" cy="36000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C42C4274-80E7-4D13-B882-F2E3C65753AE}"/>
              </a:ext>
            </a:extLst>
          </p:cNvPr>
          <p:cNvSpPr/>
          <p:nvPr userDrawn="1"/>
        </p:nvSpPr>
        <p:spPr>
          <a:xfrm>
            <a:off x="251520" y="4850173"/>
            <a:ext cx="302433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</p:spTree>
    <p:extLst>
      <p:ext uri="{BB962C8B-B14F-4D97-AF65-F5344CB8AC3E}">
        <p14:creationId xmlns:p14="http://schemas.microsoft.com/office/powerpoint/2010/main" val="10789197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  <p15:guide id="3" pos="5602">
          <p15:clr>
            <a:srgbClr val="FBAE40"/>
          </p15:clr>
        </p15:guide>
        <p15:guide id="4" pos="158">
          <p15:clr>
            <a:srgbClr val="FBAE40"/>
          </p15:clr>
        </p15:guide>
      </p15:sldGuideLst>
    </p:ext>
  </p:extLst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globe B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2054777"/>
            <a:ext cx="2016224" cy="1728192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6C8B3A7-6D79-4B41-84C1-E8DAF3E537D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312929"/>
            <a:ext cx="1567204" cy="36000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C42C4274-80E7-4D13-B882-F2E3C65753AE}"/>
              </a:ext>
            </a:extLst>
          </p:cNvPr>
          <p:cNvSpPr/>
          <p:nvPr userDrawn="1"/>
        </p:nvSpPr>
        <p:spPr>
          <a:xfrm>
            <a:off x="251520" y="4850173"/>
            <a:ext cx="302433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D406DC2-4C63-CE6E-8989-E5CBD84A96E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411760" y="411510"/>
            <a:ext cx="4320479" cy="4320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12107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  <p15:guide id="3" pos="5602">
          <p15:clr>
            <a:srgbClr val="FBAE40"/>
          </p15:clr>
        </p15:guide>
        <p15:guide id="4" pos="158">
          <p15:clr>
            <a:srgbClr val="FBAE40"/>
          </p15:clr>
        </p15:guide>
      </p15:sldGuideLst>
    </p:ext>
  </p:extLst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globe C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2054777"/>
            <a:ext cx="2016224" cy="1728192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6C8B3A7-6D79-4B41-84C1-E8DAF3E537D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312929"/>
            <a:ext cx="1567204" cy="36000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C42C4274-80E7-4D13-B882-F2E3C65753AE}"/>
              </a:ext>
            </a:extLst>
          </p:cNvPr>
          <p:cNvSpPr/>
          <p:nvPr userDrawn="1"/>
        </p:nvSpPr>
        <p:spPr>
          <a:xfrm>
            <a:off x="251520" y="4850173"/>
            <a:ext cx="302433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5A1AF00-555A-4FD8-DF4E-B5BCF4779CE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11759" y="409582"/>
            <a:ext cx="4320479" cy="4320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7841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  <p15:guide id="3" pos="5602">
          <p15:clr>
            <a:srgbClr val="FBAE40"/>
          </p15:clr>
        </p15:guide>
        <p15:guide id="4" pos="158">
          <p15:clr>
            <a:srgbClr val="FBAE40"/>
          </p15:clr>
        </p15:guide>
      </p15:sldGuideLst>
    </p:ext>
  </p:extLst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globe 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2054777"/>
            <a:ext cx="2016224" cy="1728192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6C8B3A7-6D79-4B41-84C1-E8DAF3E537D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312929"/>
            <a:ext cx="1567204" cy="36000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C42C4274-80E7-4D13-B882-F2E3C65753AE}"/>
              </a:ext>
            </a:extLst>
          </p:cNvPr>
          <p:cNvSpPr/>
          <p:nvPr userDrawn="1"/>
        </p:nvSpPr>
        <p:spPr>
          <a:xfrm>
            <a:off x="251520" y="4850173"/>
            <a:ext cx="302433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C90276-62BF-55D4-CEF4-D7FFC9C5977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411759" y="411510"/>
            <a:ext cx="4320479" cy="4320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3430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  <p15:guide id="3" pos="5602">
          <p15:clr>
            <a:srgbClr val="FBAE40"/>
          </p15:clr>
        </p15:guide>
        <p15:guide id="4" pos="158">
          <p15:clr>
            <a:srgbClr val="FBAE40"/>
          </p15:clr>
        </p15:guide>
      </p15:sldGuideLst>
    </p:ext>
  </p:extLst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67527818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dar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655591651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numCol="2" spcCol="360000"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998137099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522" y="1707654"/>
            <a:ext cx="8640958" cy="3024336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6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261850" y="843558"/>
            <a:ext cx="8630630" cy="63990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>
                <a:solidFill>
                  <a:schemeClr val="accent3"/>
                </a:solidFill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buNone/>
              <a:defRPr sz="2200" b="0">
                <a:solidFill>
                  <a:schemeClr val="accent2"/>
                </a:solidFill>
              </a:defRPr>
            </a:lvl2pPr>
            <a:lvl3pPr>
              <a:buNone/>
              <a:defRPr sz="2800">
                <a:solidFill>
                  <a:srgbClr val="00A9CE"/>
                </a:solidFill>
              </a:defRPr>
            </a:lvl3pPr>
            <a:lvl4pPr>
              <a:buNone/>
              <a:defRPr sz="2800">
                <a:solidFill>
                  <a:srgbClr val="00A9CE"/>
                </a:solidFill>
              </a:defRPr>
            </a:lvl4pPr>
            <a:lvl5pPr>
              <a:buNone/>
              <a:defRPr sz="2800">
                <a:solidFill>
                  <a:srgbClr val="00A9CE"/>
                </a:solidFill>
              </a:defRPr>
            </a:lvl5pPr>
          </a:lstStyle>
          <a:p>
            <a:pPr lvl="0"/>
            <a:r>
              <a:rPr lang="en-US" dirty="0"/>
              <a:t>Click to edit Master title style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7225306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1520" y="1665854"/>
            <a:ext cx="4038600" cy="30661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74295" y="1665854"/>
            <a:ext cx="4038600" cy="30661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49760717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 with cataly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520" y="805458"/>
            <a:ext cx="4038600" cy="639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1520" y="1665854"/>
            <a:ext cx="4038600" cy="30661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38700" y="1665854"/>
            <a:ext cx="4038600" cy="30661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>
          <a:xfrm>
            <a:off x="601371" y="4878250"/>
            <a:ext cx="3688750" cy="95510"/>
          </a:xfrm>
        </p:spPr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850588577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 with catalyst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520" y="805458"/>
            <a:ext cx="4038600" cy="639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1520" y="1665854"/>
            <a:ext cx="4038600" cy="30661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38700" y="1665854"/>
            <a:ext cx="4038600" cy="3066136"/>
          </a:xfrm>
        </p:spPr>
        <p:txBody>
          <a:bodyPr/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bg1"/>
                </a:solidFill>
              </a:defRPr>
            </a:lvl2pPr>
            <a:lvl3pPr>
              <a:defRPr sz="2000">
                <a:solidFill>
                  <a:schemeClr val="bg1"/>
                </a:solidFill>
              </a:defRPr>
            </a:lvl3pPr>
            <a:lvl4pPr>
              <a:defRPr sz="20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>
          <a:xfrm>
            <a:off x="601371" y="4878250"/>
            <a:ext cx="3688750" cy="95510"/>
          </a:xfrm>
        </p:spPr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951072430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half horizontal image (about us only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5"/>
          <p:cNvSpPr>
            <a:spLocks noGrp="1"/>
          </p:cNvSpPr>
          <p:nvPr>
            <p:ph type="pic" sz="quarter" idx="12"/>
          </p:nvPr>
        </p:nvSpPr>
        <p:spPr>
          <a:xfrm>
            <a:off x="0" y="2767500"/>
            <a:ext cx="9143999" cy="23760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51520" y="805458"/>
            <a:ext cx="8640960" cy="639365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615437075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+ half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5"/>
          <p:cNvSpPr>
            <a:spLocks noGrp="1"/>
          </p:cNvSpPr>
          <p:nvPr>
            <p:ph type="pic" sz="quarter" idx="12"/>
          </p:nvPr>
        </p:nvSpPr>
        <p:spPr>
          <a:xfrm>
            <a:off x="4571999" y="0"/>
            <a:ext cx="4563963" cy="51435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522" y="1550788"/>
            <a:ext cx="4032446" cy="3181202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51520" y="805458"/>
            <a:ext cx="4032448" cy="639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>
          <a:xfrm>
            <a:off x="601371" y="4878250"/>
            <a:ext cx="3682598" cy="95510"/>
          </a:xfrm>
        </p:spPr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235123959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 + quarter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5"/>
          <p:cNvSpPr>
            <a:spLocks noGrp="1"/>
          </p:cNvSpPr>
          <p:nvPr>
            <p:ph type="pic" sz="quarter" idx="12"/>
          </p:nvPr>
        </p:nvSpPr>
        <p:spPr>
          <a:xfrm>
            <a:off x="6853836" y="0"/>
            <a:ext cx="2282400" cy="51435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522" y="1550788"/>
            <a:ext cx="6336702" cy="3181202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51520" y="805458"/>
            <a:ext cx="6336704" cy="639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>
          <a:xfrm>
            <a:off x="601370" y="4878250"/>
            <a:ext cx="5986853" cy="95510"/>
          </a:xfrm>
        </p:spPr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619339810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853952526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 - dar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294395556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77538541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17B52948-05FD-444E-9ADC-BA5285595A7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571999" y="0"/>
            <a:ext cx="4563963" cy="51435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AU" dirty="0"/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251520" y="1851670"/>
            <a:ext cx="3960440" cy="2525068"/>
          </a:xfrm>
        </p:spPr>
        <p:txBody>
          <a:bodyPr/>
          <a:lstStyle>
            <a:lvl1pPr marL="0" indent="0">
              <a:lnSpc>
                <a:spcPct val="85000"/>
              </a:lnSpc>
              <a:spcAft>
                <a:spcPts val="0"/>
              </a:spcAft>
              <a:buFontTx/>
              <a:buNone/>
              <a:defRPr sz="4000" b="0">
                <a:solidFill>
                  <a:schemeClr val="accent3"/>
                </a:solidFill>
              </a:defRPr>
            </a:lvl1pPr>
            <a:lvl2pPr marL="0" indent="0">
              <a:lnSpc>
                <a:spcPct val="85000"/>
              </a:lnSpc>
              <a:spcAft>
                <a:spcPts val="0"/>
              </a:spcAft>
              <a:buNone/>
              <a:defRPr sz="4000" b="0">
                <a:solidFill>
                  <a:schemeClr val="accent2"/>
                </a:solidFill>
              </a:defRPr>
            </a:lvl2pPr>
            <a:lvl3pPr marL="0" indent="0">
              <a:spcBef>
                <a:spcPts val="2200"/>
              </a:spcBef>
              <a:buNone/>
              <a:defRPr b="1">
                <a:solidFill>
                  <a:srgbClr val="00313C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379175954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 Placeholder 8"/>
          <p:cNvSpPr>
            <a:spLocks noGrp="1"/>
          </p:cNvSpPr>
          <p:nvPr>
            <p:ph type="body" sz="quarter" idx="10"/>
          </p:nvPr>
        </p:nvSpPr>
        <p:spPr>
          <a:xfrm>
            <a:off x="251520" y="1275605"/>
            <a:ext cx="7056784" cy="2736305"/>
          </a:xfrm>
        </p:spPr>
        <p:txBody>
          <a:bodyPr anchor="b" anchorCtr="0"/>
          <a:lstStyle>
            <a:lvl1pPr marL="0" indent="0">
              <a:spcAft>
                <a:spcPts val="0"/>
              </a:spcAft>
              <a:buFontTx/>
              <a:buNone/>
              <a:defRPr sz="4400" b="0">
                <a:solidFill>
                  <a:schemeClr val="accent1"/>
                </a:solidFill>
              </a:defRPr>
            </a:lvl1pPr>
            <a:lvl2pPr marL="0" indent="0">
              <a:lnSpc>
                <a:spcPct val="75000"/>
              </a:lnSpc>
              <a:spcAft>
                <a:spcPts val="850"/>
              </a:spcAft>
              <a:buNone/>
              <a:defRPr sz="4400" b="0">
                <a:solidFill>
                  <a:schemeClr val="bg1"/>
                </a:solidFill>
              </a:defRPr>
            </a:lvl2pPr>
            <a:lvl3pPr marL="0" indent="0">
              <a:buNone/>
              <a:defRPr sz="2200" b="1">
                <a:solidFill>
                  <a:srgbClr val="FFFFFF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81180501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Option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51520" y="2571750"/>
            <a:ext cx="3600400" cy="2160240"/>
          </a:xfrm>
        </p:spPr>
        <p:txBody>
          <a:bodyPr numCol="2" spcCol="360000">
            <a:normAutofit/>
          </a:bodyPr>
          <a:lstStyle>
            <a:lvl1pPr marL="0" indent="0" algn="l">
              <a:lnSpc>
                <a:spcPct val="90000"/>
              </a:lnSpc>
              <a:spcBef>
                <a:spcPts val="3000"/>
              </a:spcBef>
              <a:buNone/>
              <a:tabLst/>
              <a:defRPr sz="1600" b="1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563"/>
              </a:spcAft>
              <a:buNone/>
              <a:tabLst/>
              <a:defRPr sz="1600">
                <a:solidFill>
                  <a:schemeClr val="tx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buNone/>
              <a:tabLst/>
              <a:defRPr sz="1600">
                <a:solidFill>
                  <a:schemeClr val="tx1"/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3" name="Title 22"/>
          <p:cNvSpPr>
            <a:spLocks noGrp="1"/>
          </p:cNvSpPr>
          <p:nvPr>
            <p:ph type="title"/>
          </p:nvPr>
        </p:nvSpPr>
        <p:spPr>
          <a:xfrm>
            <a:off x="251521" y="915566"/>
            <a:ext cx="3600399" cy="1440160"/>
          </a:xfrm>
        </p:spPr>
        <p:txBody>
          <a:bodyPr anchor="b" anchorCtr="0">
            <a:noAutofit/>
          </a:bodyPr>
          <a:lstStyle>
            <a:lvl1pPr>
              <a:defRPr sz="3600"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27" name="Rectangle 26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4" name="Rectangle 43"/>
          <p:cNvSpPr/>
          <p:nvPr userDrawn="1"/>
        </p:nvSpPr>
        <p:spPr>
          <a:xfrm>
            <a:off x="251520" y="4850173"/>
            <a:ext cx="2808312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16B03B6-C4D9-4B46-A461-4BD384CE34C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312929"/>
            <a:ext cx="1567204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8652318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Option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51520" y="1851670"/>
            <a:ext cx="3600400" cy="2847245"/>
          </a:xfrm>
        </p:spPr>
        <p:txBody>
          <a:bodyPr numCol="2" spcCol="360000">
            <a:normAutofit/>
          </a:bodyPr>
          <a:lstStyle>
            <a:lvl1pPr marL="0" indent="0" algn="l">
              <a:lnSpc>
                <a:spcPct val="90000"/>
              </a:lnSpc>
              <a:spcBef>
                <a:spcPts val="3000"/>
              </a:spcBef>
              <a:buNone/>
              <a:tabLst/>
              <a:defRPr sz="1600" b="1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563"/>
              </a:spcAft>
              <a:buNone/>
              <a:tabLst/>
              <a:defRPr sz="1600">
                <a:solidFill>
                  <a:schemeClr val="tx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buNone/>
              <a:tabLst/>
              <a:defRPr sz="1600">
                <a:solidFill>
                  <a:schemeClr val="tx1"/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7" name="Rectangle 26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9" name="Rectangle 28"/>
          <p:cNvSpPr/>
          <p:nvPr userDrawn="1"/>
        </p:nvSpPr>
        <p:spPr>
          <a:xfrm>
            <a:off x="251520" y="4850173"/>
            <a:ext cx="2880320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520" y="1136676"/>
            <a:ext cx="3672408" cy="639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CF8021B-8237-44DA-97CC-7AE087B0EFF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312929"/>
            <a:ext cx="1567204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4115395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-20538"/>
            <a:ext cx="9144000" cy="259560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2859782"/>
            <a:ext cx="7930032" cy="1153507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251520" y="4096622"/>
            <a:ext cx="7200800" cy="273948"/>
          </a:xfrm>
        </p:spPr>
        <p:txBody>
          <a:bodyPr>
            <a:normAutofit/>
          </a:bodyPr>
          <a:lstStyle>
            <a:lvl1pPr marL="0" indent="0" algn="l">
              <a:buNone/>
              <a:defRPr sz="2000" b="0">
                <a:solidFill>
                  <a:schemeClr val="accent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AU" dirty="0"/>
          </a:p>
        </p:txBody>
      </p:sp>
      <p:sp>
        <p:nvSpPr>
          <p:cNvPr id="7" name="Rectangle 6"/>
          <p:cNvSpPr/>
          <p:nvPr userDrawn="1"/>
        </p:nvSpPr>
        <p:spPr>
          <a:xfrm>
            <a:off x="251520" y="4850173"/>
            <a:ext cx="2952328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9FD9A8B-B204-4EC3-9CD2-BA2AD366ED5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1051" y="4560533"/>
            <a:ext cx="1567204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5482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</p15:sldGuideLst>
    </p:ext>
  </p:extLst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2859782"/>
            <a:ext cx="7930032" cy="1153507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251520" y="4096622"/>
            <a:ext cx="7200800" cy="273948"/>
          </a:xfrm>
        </p:spPr>
        <p:txBody>
          <a:bodyPr>
            <a:normAutofit/>
          </a:bodyPr>
          <a:lstStyle>
            <a:lvl1pPr marL="0" indent="0" algn="l">
              <a:buNone/>
              <a:defRPr sz="2000" b="0">
                <a:solidFill>
                  <a:schemeClr val="accent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AU" dirty="0"/>
          </a:p>
        </p:txBody>
      </p:sp>
      <p:sp>
        <p:nvSpPr>
          <p:cNvPr id="7" name="Rectangle 6"/>
          <p:cNvSpPr/>
          <p:nvPr userDrawn="1"/>
        </p:nvSpPr>
        <p:spPr>
          <a:xfrm>
            <a:off x="251520" y="4850173"/>
            <a:ext cx="3096344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sp>
        <p:nvSpPr>
          <p:cNvPr id="8" name="Picture Placeholder 5"/>
          <p:cNvSpPr>
            <a:spLocks noGrp="1"/>
          </p:cNvSpPr>
          <p:nvPr>
            <p:ph type="pic" sz="quarter" idx="10"/>
          </p:nvPr>
        </p:nvSpPr>
        <p:spPr>
          <a:xfrm>
            <a:off x="-1" y="0"/>
            <a:ext cx="9162000" cy="25776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06C1F87-268D-4E82-9F10-8C710E20EE9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1051" y="4560533"/>
            <a:ext cx="1567204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28085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</p15:sldGuideLst>
    </p:ext>
  </p:extLst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partner logo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-20538"/>
            <a:ext cx="9144000" cy="259560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1203598"/>
            <a:ext cx="7930032" cy="1153507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251520" y="2922403"/>
            <a:ext cx="7200800" cy="273948"/>
          </a:xfrm>
        </p:spPr>
        <p:txBody>
          <a:bodyPr>
            <a:normAutofit/>
          </a:bodyPr>
          <a:lstStyle>
            <a:lvl1pPr marL="0" indent="0" algn="l">
              <a:buNone/>
              <a:defRPr sz="2000" b="0">
                <a:solidFill>
                  <a:schemeClr val="accent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AU" dirty="0"/>
          </a:p>
        </p:txBody>
      </p:sp>
      <p:sp>
        <p:nvSpPr>
          <p:cNvPr id="7" name="Rectangle 6"/>
          <p:cNvSpPr/>
          <p:nvPr userDrawn="1"/>
        </p:nvSpPr>
        <p:spPr>
          <a:xfrm>
            <a:off x="5940152" y="582251"/>
            <a:ext cx="2961480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90000"/>
              </a:lnSpc>
            </a:pPr>
            <a:r>
              <a:rPr lang="en-AU" sz="1000" dirty="0">
                <a:solidFill>
                  <a:schemeClr val="bg1"/>
                </a:solidFill>
              </a:rPr>
              <a:t>Australia’s National Science Agency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E9876AC-9600-4B4D-B446-34DCB05E2B8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312929"/>
            <a:ext cx="1567204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3413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</p15:sldGuideLst>
    </p:ext>
  </p:extLst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35857608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dar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747962759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numCol="2" spcCol="360000"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06312949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522" y="1131590"/>
            <a:ext cx="8640958" cy="3070944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6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261850" y="267494"/>
            <a:ext cx="8630630" cy="63990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>
                <a:solidFill>
                  <a:schemeClr val="accent3"/>
                </a:solidFill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buNone/>
              <a:defRPr sz="2200" b="0">
                <a:solidFill>
                  <a:schemeClr val="accent2"/>
                </a:solidFill>
              </a:defRPr>
            </a:lvl2pPr>
            <a:lvl3pPr>
              <a:buNone/>
              <a:defRPr sz="2800">
                <a:solidFill>
                  <a:srgbClr val="00A9CE"/>
                </a:solidFill>
              </a:defRPr>
            </a:lvl3pPr>
            <a:lvl4pPr>
              <a:buNone/>
              <a:defRPr sz="2800">
                <a:solidFill>
                  <a:srgbClr val="00A9CE"/>
                </a:solidFill>
              </a:defRPr>
            </a:lvl4pPr>
            <a:lvl5pPr>
              <a:buNone/>
              <a:defRPr sz="2800">
                <a:solidFill>
                  <a:srgbClr val="00A9CE"/>
                </a:solidFill>
              </a:defRPr>
            </a:lvl5pPr>
          </a:lstStyle>
          <a:p>
            <a:pPr lvl="0"/>
            <a:r>
              <a:rPr lang="en-US" dirty="0"/>
              <a:t>Click to edit Master title style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723046482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1520" y="1131590"/>
            <a:ext cx="4038600" cy="331236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74295" y="1131590"/>
            <a:ext cx="4038600" cy="331236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00104707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110224283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 - dar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050401368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645384941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Layout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55556648-49D5-4B5B-92D5-2DB59DEB599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0"/>
            <a:ext cx="9162000" cy="25776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251520" y="2859782"/>
            <a:ext cx="7920880" cy="2016224"/>
          </a:xfrm>
        </p:spPr>
        <p:txBody>
          <a:bodyPr/>
          <a:lstStyle>
            <a:lvl1pPr>
              <a:lnSpc>
                <a:spcPct val="85000"/>
              </a:lnSpc>
              <a:spcAft>
                <a:spcPts val="0"/>
              </a:spcAft>
              <a:buFontTx/>
              <a:buNone/>
              <a:defRPr sz="4000" b="0">
                <a:solidFill>
                  <a:schemeClr val="accent3"/>
                </a:solidFill>
              </a:defRPr>
            </a:lvl1pPr>
            <a:lvl2pPr marL="0" indent="0">
              <a:lnSpc>
                <a:spcPct val="85000"/>
              </a:lnSpc>
              <a:spcAft>
                <a:spcPts val="0"/>
              </a:spcAft>
              <a:buNone/>
              <a:defRPr sz="4000" b="0">
                <a:solidFill>
                  <a:schemeClr val="accent2"/>
                </a:solidFill>
              </a:defRPr>
            </a:lvl2pPr>
            <a:lvl3pPr marL="0" indent="0">
              <a:spcBef>
                <a:spcPts val="2200"/>
              </a:spcBef>
              <a:buNone/>
              <a:defRPr b="1">
                <a:solidFill>
                  <a:srgbClr val="00313C"/>
                </a:solidFill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50606576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 Placeholder 8"/>
          <p:cNvSpPr>
            <a:spLocks noGrp="1"/>
          </p:cNvSpPr>
          <p:nvPr>
            <p:ph type="body" sz="quarter" idx="10"/>
          </p:nvPr>
        </p:nvSpPr>
        <p:spPr>
          <a:xfrm>
            <a:off x="251520" y="1131590"/>
            <a:ext cx="7200800" cy="3600400"/>
          </a:xfrm>
        </p:spPr>
        <p:txBody>
          <a:bodyPr anchor="b" anchorCtr="0"/>
          <a:lstStyle>
            <a:lvl1pPr marL="0" indent="0">
              <a:spcAft>
                <a:spcPts val="0"/>
              </a:spcAft>
              <a:buFontTx/>
              <a:buNone/>
              <a:defRPr sz="4400" b="0">
                <a:solidFill>
                  <a:schemeClr val="accent1"/>
                </a:solidFill>
              </a:defRPr>
            </a:lvl1pPr>
            <a:lvl2pPr marL="0" indent="0">
              <a:lnSpc>
                <a:spcPct val="75000"/>
              </a:lnSpc>
              <a:spcAft>
                <a:spcPts val="850"/>
              </a:spcAft>
              <a:buNone/>
              <a:defRPr sz="4400" b="0">
                <a:solidFill>
                  <a:schemeClr val="bg1"/>
                </a:solidFill>
              </a:defRPr>
            </a:lvl2pPr>
            <a:lvl3pPr marL="0" indent="0">
              <a:buNone/>
              <a:defRPr sz="2200" b="1">
                <a:solidFill>
                  <a:srgbClr val="FFFFFF"/>
                </a:solidFill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422721213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Option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/>
          <p:cNvSpPr/>
          <p:nvPr userDrawn="1"/>
        </p:nvSpPr>
        <p:spPr>
          <a:xfrm>
            <a:off x="0" y="0"/>
            <a:ext cx="9144000" cy="25717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51520" y="3579862"/>
            <a:ext cx="6048672" cy="1008112"/>
          </a:xfrm>
        </p:spPr>
        <p:txBody>
          <a:bodyPr numCol="2" spcCol="360000">
            <a:normAutofit/>
          </a:bodyPr>
          <a:lstStyle>
            <a:lvl1pPr marL="0" indent="0" algn="l">
              <a:lnSpc>
                <a:spcPct val="90000"/>
              </a:lnSpc>
              <a:spcBef>
                <a:spcPts val="3000"/>
              </a:spcBef>
              <a:buNone/>
              <a:defRPr sz="1600" b="1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563"/>
              </a:spcAft>
              <a:buNone/>
              <a:defRPr sz="1600">
                <a:solidFill>
                  <a:schemeClr val="tx1"/>
                </a:solidFill>
              </a:defRPr>
            </a:lvl2pPr>
            <a:lvl3pPr marL="266400" indent="-266400" algn="l">
              <a:lnSpc>
                <a:spcPct val="90000"/>
              </a:lnSpc>
              <a:spcBef>
                <a:spcPts val="0"/>
              </a:spcBef>
              <a:buNone/>
              <a:tabLst>
                <a:tab pos="356400" algn="l"/>
              </a:tabLst>
              <a:defRPr sz="1600">
                <a:solidFill>
                  <a:schemeClr val="tx1"/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3" name="Title 22"/>
          <p:cNvSpPr>
            <a:spLocks noGrp="1"/>
          </p:cNvSpPr>
          <p:nvPr>
            <p:ph type="title"/>
          </p:nvPr>
        </p:nvSpPr>
        <p:spPr>
          <a:xfrm>
            <a:off x="251521" y="2715766"/>
            <a:ext cx="6048671" cy="576064"/>
          </a:xfrm>
        </p:spPr>
        <p:txBody>
          <a:bodyPr anchor="b" anchorCtr="0">
            <a:noAutofit/>
          </a:bodyPr>
          <a:lstStyle>
            <a:lvl1pPr>
              <a:defRPr sz="360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44" name="Rectangle 43"/>
          <p:cNvSpPr/>
          <p:nvPr userDrawn="1"/>
        </p:nvSpPr>
        <p:spPr>
          <a:xfrm>
            <a:off x="251520" y="4850173"/>
            <a:ext cx="2952328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6B0BF06-28AD-4AE0-B95F-477AF982B2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1051" y="4560533"/>
            <a:ext cx="1567204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1465319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Option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0D40E9F-1680-46D9-A966-C00787EC8DC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1051" y="4560533"/>
            <a:ext cx="1567204" cy="360000"/>
          </a:xfrm>
          <a:prstGeom prst="rect">
            <a:avLst/>
          </a:prstGeom>
        </p:spPr>
      </p:pic>
      <p:sp>
        <p:nvSpPr>
          <p:cNvPr id="4" name="Rectangle 3"/>
          <p:cNvSpPr/>
          <p:nvPr userDrawn="1"/>
        </p:nvSpPr>
        <p:spPr>
          <a:xfrm>
            <a:off x="0" y="0"/>
            <a:ext cx="9144000" cy="25717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51520" y="3075806"/>
            <a:ext cx="7200800" cy="1623109"/>
          </a:xfrm>
        </p:spPr>
        <p:txBody>
          <a:bodyPr numCol="2" spcCol="360000">
            <a:normAutofit/>
          </a:bodyPr>
          <a:lstStyle>
            <a:lvl1pPr marL="0" indent="0" algn="l">
              <a:lnSpc>
                <a:spcPct val="90000"/>
              </a:lnSpc>
              <a:spcBef>
                <a:spcPts val="3000"/>
              </a:spcBef>
              <a:buNone/>
              <a:defRPr sz="1600" b="1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563"/>
              </a:spcAft>
              <a:buNone/>
              <a:defRPr sz="1600">
                <a:solidFill>
                  <a:schemeClr val="tx1"/>
                </a:solidFill>
              </a:defRPr>
            </a:lvl2pPr>
            <a:lvl3pPr marL="266400" indent="-266400" algn="l">
              <a:lnSpc>
                <a:spcPct val="90000"/>
              </a:lnSpc>
              <a:spcBef>
                <a:spcPts val="0"/>
              </a:spcBef>
              <a:buNone/>
              <a:tabLst>
                <a:tab pos="356400" algn="l"/>
              </a:tabLst>
              <a:defRPr sz="1600">
                <a:solidFill>
                  <a:schemeClr val="tx1"/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Rectangle 5"/>
          <p:cNvSpPr/>
          <p:nvPr userDrawn="1"/>
        </p:nvSpPr>
        <p:spPr>
          <a:xfrm>
            <a:off x="251520" y="4850173"/>
            <a:ext cx="2808312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</p:spTree>
    <p:extLst>
      <p:ext uri="{BB962C8B-B14F-4D97-AF65-F5344CB8AC3E}">
        <p14:creationId xmlns:p14="http://schemas.microsoft.com/office/powerpoint/2010/main" val="32148136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8.xml"/><Relationship Id="rId18" Type="http://schemas.openxmlformats.org/officeDocument/2006/relationships/slideLayout" Target="../slideLayouts/slideLayout33.xml"/><Relationship Id="rId3" Type="http://schemas.openxmlformats.org/officeDocument/2006/relationships/slideLayout" Target="../slideLayouts/slideLayout18.xml"/><Relationship Id="rId21" Type="http://schemas.openxmlformats.org/officeDocument/2006/relationships/image" Target="../media/image2.emf"/><Relationship Id="rId7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7.xml"/><Relationship Id="rId17" Type="http://schemas.openxmlformats.org/officeDocument/2006/relationships/slideLayout" Target="../slideLayouts/slideLayout32.xml"/><Relationship Id="rId2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31.xml"/><Relationship Id="rId20" Type="http://schemas.openxmlformats.org/officeDocument/2006/relationships/theme" Target="../theme/theme2.xml"/><Relationship Id="rId1" Type="http://schemas.openxmlformats.org/officeDocument/2006/relationships/slideLayout" Target="../slideLayouts/slideLayout16.xml"/><Relationship Id="rId6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0.xml"/><Relationship Id="rId15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5.xml"/><Relationship Id="rId19" Type="http://schemas.openxmlformats.org/officeDocument/2006/relationships/slideLayout" Target="../slideLayouts/slideLayout34.xml"/><Relationship Id="rId4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9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2.xml"/><Relationship Id="rId13" Type="http://schemas.openxmlformats.org/officeDocument/2006/relationships/slideLayout" Target="../slideLayouts/slideLayout47.xml"/><Relationship Id="rId3" Type="http://schemas.openxmlformats.org/officeDocument/2006/relationships/slideLayout" Target="../slideLayouts/slideLayout37.xml"/><Relationship Id="rId7" Type="http://schemas.openxmlformats.org/officeDocument/2006/relationships/slideLayout" Target="../slideLayouts/slideLayout41.xml"/><Relationship Id="rId12" Type="http://schemas.openxmlformats.org/officeDocument/2006/relationships/slideLayout" Target="../slideLayouts/slideLayout46.xml"/><Relationship Id="rId17" Type="http://schemas.openxmlformats.org/officeDocument/2006/relationships/image" Target="../media/image2.emf"/><Relationship Id="rId2" Type="http://schemas.openxmlformats.org/officeDocument/2006/relationships/slideLayout" Target="../slideLayouts/slideLayout36.xml"/><Relationship Id="rId16" Type="http://schemas.openxmlformats.org/officeDocument/2006/relationships/theme" Target="../theme/theme3.xml"/><Relationship Id="rId1" Type="http://schemas.openxmlformats.org/officeDocument/2006/relationships/slideLayout" Target="../slideLayouts/slideLayout35.xml"/><Relationship Id="rId6" Type="http://schemas.openxmlformats.org/officeDocument/2006/relationships/slideLayout" Target="../slideLayouts/slideLayout40.xml"/><Relationship Id="rId11" Type="http://schemas.openxmlformats.org/officeDocument/2006/relationships/slideLayout" Target="../slideLayouts/slideLayout45.xml"/><Relationship Id="rId5" Type="http://schemas.openxmlformats.org/officeDocument/2006/relationships/slideLayout" Target="../slideLayouts/slideLayout39.xml"/><Relationship Id="rId15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44.xml"/><Relationship Id="rId4" Type="http://schemas.openxmlformats.org/officeDocument/2006/relationships/slideLayout" Target="../slideLayouts/slideLayout38.xml"/><Relationship Id="rId9" Type="http://schemas.openxmlformats.org/officeDocument/2006/relationships/slideLayout" Target="../slideLayouts/slideLayout43.xml"/><Relationship Id="rId14" Type="http://schemas.openxmlformats.org/officeDocument/2006/relationships/slideLayout" Target="../slideLayouts/slideLayout48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7.xml"/><Relationship Id="rId13" Type="http://schemas.openxmlformats.org/officeDocument/2006/relationships/slideLayout" Target="../slideLayouts/slideLayout62.xml"/><Relationship Id="rId18" Type="http://schemas.openxmlformats.org/officeDocument/2006/relationships/slideLayout" Target="../slideLayouts/slideLayout67.xml"/><Relationship Id="rId3" Type="http://schemas.openxmlformats.org/officeDocument/2006/relationships/slideLayout" Target="../slideLayouts/slideLayout52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56.xml"/><Relationship Id="rId12" Type="http://schemas.openxmlformats.org/officeDocument/2006/relationships/slideLayout" Target="../slideLayouts/slideLayout61.xml"/><Relationship Id="rId17" Type="http://schemas.openxmlformats.org/officeDocument/2006/relationships/slideLayout" Target="../slideLayouts/slideLayout66.xml"/><Relationship Id="rId2" Type="http://schemas.openxmlformats.org/officeDocument/2006/relationships/slideLayout" Target="../slideLayouts/slideLayout51.xml"/><Relationship Id="rId16" Type="http://schemas.openxmlformats.org/officeDocument/2006/relationships/slideLayout" Target="../slideLayouts/slideLayout65.xml"/><Relationship Id="rId20" Type="http://schemas.openxmlformats.org/officeDocument/2006/relationships/theme" Target="../theme/theme4.xml"/><Relationship Id="rId1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60.xml"/><Relationship Id="rId5" Type="http://schemas.openxmlformats.org/officeDocument/2006/relationships/slideLayout" Target="../slideLayouts/slideLayout54.xml"/><Relationship Id="rId15" Type="http://schemas.openxmlformats.org/officeDocument/2006/relationships/slideLayout" Target="../slideLayouts/slideLayout64.xml"/><Relationship Id="rId10" Type="http://schemas.openxmlformats.org/officeDocument/2006/relationships/slideLayout" Target="../slideLayouts/slideLayout59.xml"/><Relationship Id="rId19" Type="http://schemas.openxmlformats.org/officeDocument/2006/relationships/slideLayout" Target="../slideLayouts/slideLayout68.xml"/><Relationship Id="rId4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8.xml"/><Relationship Id="rId14" Type="http://schemas.openxmlformats.org/officeDocument/2006/relationships/slideLayout" Target="../slideLayouts/slideLayout63.xml"/><Relationship Id="rId22" Type="http://schemas.openxmlformats.org/officeDocument/2006/relationships/image" Target="../media/image5.svg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6.xml"/><Relationship Id="rId13" Type="http://schemas.openxmlformats.org/officeDocument/2006/relationships/slideLayout" Target="../slideLayouts/slideLayout81.xml"/><Relationship Id="rId18" Type="http://schemas.openxmlformats.org/officeDocument/2006/relationships/image" Target="../media/image5.svg"/><Relationship Id="rId3" Type="http://schemas.openxmlformats.org/officeDocument/2006/relationships/slideLayout" Target="../slideLayouts/slideLayout71.xml"/><Relationship Id="rId7" Type="http://schemas.openxmlformats.org/officeDocument/2006/relationships/slideLayout" Target="../slideLayouts/slideLayout75.xml"/><Relationship Id="rId12" Type="http://schemas.openxmlformats.org/officeDocument/2006/relationships/slideLayout" Target="../slideLayouts/slideLayout80.xml"/><Relationship Id="rId17" Type="http://schemas.openxmlformats.org/officeDocument/2006/relationships/image" Target="../media/image4.png"/><Relationship Id="rId2" Type="http://schemas.openxmlformats.org/officeDocument/2006/relationships/slideLayout" Target="../slideLayouts/slideLayout70.xml"/><Relationship Id="rId16" Type="http://schemas.openxmlformats.org/officeDocument/2006/relationships/theme" Target="../theme/theme5.xml"/><Relationship Id="rId1" Type="http://schemas.openxmlformats.org/officeDocument/2006/relationships/slideLayout" Target="../slideLayouts/slideLayout69.xml"/><Relationship Id="rId6" Type="http://schemas.openxmlformats.org/officeDocument/2006/relationships/slideLayout" Target="../slideLayouts/slideLayout74.xml"/><Relationship Id="rId11" Type="http://schemas.openxmlformats.org/officeDocument/2006/relationships/slideLayout" Target="../slideLayouts/slideLayout79.xml"/><Relationship Id="rId5" Type="http://schemas.openxmlformats.org/officeDocument/2006/relationships/slideLayout" Target="../slideLayouts/slideLayout73.xml"/><Relationship Id="rId15" Type="http://schemas.openxmlformats.org/officeDocument/2006/relationships/slideLayout" Target="../slideLayouts/slideLayout83.xml"/><Relationship Id="rId10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14" Type="http://schemas.openxmlformats.org/officeDocument/2006/relationships/slideLayout" Target="../slideLayouts/slideLayout82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1.xml"/><Relationship Id="rId13" Type="http://schemas.openxmlformats.org/officeDocument/2006/relationships/slideLayout" Target="../slideLayouts/slideLayout96.xml"/><Relationship Id="rId18" Type="http://schemas.openxmlformats.org/officeDocument/2006/relationships/slideLayout" Target="../slideLayouts/slideLayout101.xml"/><Relationship Id="rId3" Type="http://schemas.openxmlformats.org/officeDocument/2006/relationships/slideLayout" Target="../slideLayouts/slideLayout86.xml"/><Relationship Id="rId21" Type="http://schemas.openxmlformats.org/officeDocument/2006/relationships/slideLayout" Target="../slideLayouts/slideLayout104.xml"/><Relationship Id="rId7" Type="http://schemas.openxmlformats.org/officeDocument/2006/relationships/slideLayout" Target="../slideLayouts/slideLayout90.xml"/><Relationship Id="rId12" Type="http://schemas.openxmlformats.org/officeDocument/2006/relationships/slideLayout" Target="../slideLayouts/slideLayout95.xml"/><Relationship Id="rId17" Type="http://schemas.openxmlformats.org/officeDocument/2006/relationships/slideLayout" Target="../slideLayouts/slideLayout100.xml"/><Relationship Id="rId25" Type="http://schemas.openxmlformats.org/officeDocument/2006/relationships/image" Target="../media/image7.emf"/><Relationship Id="rId2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99.xml"/><Relationship Id="rId20" Type="http://schemas.openxmlformats.org/officeDocument/2006/relationships/slideLayout" Target="../slideLayouts/slideLayout103.xml"/><Relationship Id="rId1" Type="http://schemas.openxmlformats.org/officeDocument/2006/relationships/slideLayout" Target="../slideLayouts/slideLayout84.xml"/><Relationship Id="rId6" Type="http://schemas.openxmlformats.org/officeDocument/2006/relationships/slideLayout" Target="../slideLayouts/slideLayout89.xml"/><Relationship Id="rId11" Type="http://schemas.openxmlformats.org/officeDocument/2006/relationships/slideLayout" Target="../slideLayouts/slideLayout94.xml"/><Relationship Id="rId24" Type="http://schemas.openxmlformats.org/officeDocument/2006/relationships/theme" Target="../theme/theme6.xml"/><Relationship Id="rId5" Type="http://schemas.openxmlformats.org/officeDocument/2006/relationships/slideLayout" Target="../slideLayouts/slideLayout88.xml"/><Relationship Id="rId15" Type="http://schemas.openxmlformats.org/officeDocument/2006/relationships/slideLayout" Target="../slideLayouts/slideLayout98.xml"/><Relationship Id="rId23" Type="http://schemas.openxmlformats.org/officeDocument/2006/relationships/slideLayout" Target="../slideLayouts/slideLayout106.xml"/><Relationship Id="rId10" Type="http://schemas.openxmlformats.org/officeDocument/2006/relationships/slideLayout" Target="../slideLayouts/slideLayout93.xml"/><Relationship Id="rId19" Type="http://schemas.openxmlformats.org/officeDocument/2006/relationships/slideLayout" Target="../slideLayouts/slideLayout102.xml"/><Relationship Id="rId4" Type="http://schemas.openxmlformats.org/officeDocument/2006/relationships/slideLayout" Target="../slideLayouts/slideLayout87.xml"/><Relationship Id="rId9" Type="http://schemas.openxmlformats.org/officeDocument/2006/relationships/slideLayout" Target="../slideLayouts/slideLayout92.xml"/><Relationship Id="rId14" Type="http://schemas.openxmlformats.org/officeDocument/2006/relationships/slideLayout" Target="../slideLayouts/slideLayout97.xml"/><Relationship Id="rId22" Type="http://schemas.openxmlformats.org/officeDocument/2006/relationships/slideLayout" Target="../slideLayouts/slideLayout105.xml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4.xml"/><Relationship Id="rId13" Type="http://schemas.openxmlformats.org/officeDocument/2006/relationships/slideLayout" Target="../slideLayouts/slideLayout119.xml"/><Relationship Id="rId3" Type="http://schemas.openxmlformats.org/officeDocument/2006/relationships/slideLayout" Target="../slideLayouts/slideLayout109.xml"/><Relationship Id="rId7" Type="http://schemas.openxmlformats.org/officeDocument/2006/relationships/slideLayout" Target="../slideLayouts/slideLayout113.xml"/><Relationship Id="rId12" Type="http://schemas.openxmlformats.org/officeDocument/2006/relationships/slideLayout" Target="../slideLayouts/slideLayout118.xml"/><Relationship Id="rId17" Type="http://schemas.openxmlformats.org/officeDocument/2006/relationships/image" Target="../media/image7.emf"/><Relationship Id="rId2" Type="http://schemas.openxmlformats.org/officeDocument/2006/relationships/slideLayout" Target="../slideLayouts/slideLayout108.xml"/><Relationship Id="rId16" Type="http://schemas.openxmlformats.org/officeDocument/2006/relationships/theme" Target="../theme/theme7.xml"/><Relationship Id="rId1" Type="http://schemas.openxmlformats.org/officeDocument/2006/relationships/slideLayout" Target="../slideLayouts/slideLayout107.xml"/><Relationship Id="rId6" Type="http://schemas.openxmlformats.org/officeDocument/2006/relationships/slideLayout" Target="../slideLayouts/slideLayout112.xml"/><Relationship Id="rId11" Type="http://schemas.openxmlformats.org/officeDocument/2006/relationships/slideLayout" Target="../slideLayouts/slideLayout117.xml"/><Relationship Id="rId5" Type="http://schemas.openxmlformats.org/officeDocument/2006/relationships/slideLayout" Target="../slideLayouts/slideLayout111.xml"/><Relationship Id="rId15" Type="http://schemas.openxmlformats.org/officeDocument/2006/relationships/slideLayout" Target="../slideLayouts/slideLayout121.xml"/><Relationship Id="rId10" Type="http://schemas.openxmlformats.org/officeDocument/2006/relationships/slideLayout" Target="../slideLayouts/slideLayout116.xml"/><Relationship Id="rId4" Type="http://schemas.openxmlformats.org/officeDocument/2006/relationships/slideLayout" Target="../slideLayouts/slideLayout110.xml"/><Relationship Id="rId9" Type="http://schemas.openxmlformats.org/officeDocument/2006/relationships/slideLayout" Target="../slideLayouts/slideLayout115.xml"/><Relationship Id="rId14" Type="http://schemas.openxmlformats.org/officeDocument/2006/relationships/slideLayout" Target="../slideLayouts/slideLayout1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1520" y="242243"/>
            <a:ext cx="8640960" cy="63936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1522" y="987573"/>
            <a:ext cx="8640958" cy="357428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1370" y="4878250"/>
            <a:ext cx="6083845" cy="93206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900">
                <a:solidFill>
                  <a:schemeClr val="accent3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4"/>
          </p:nvPr>
        </p:nvSpPr>
        <p:spPr>
          <a:xfrm>
            <a:off x="253577" y="4878250"/>
            <a:ext cx="288789" cy="9551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900">
                <a:solidFill>
                  <a:schemeClr val="accent3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36" name="AutoShape 4"/>
          <p:cNvSpPr>
            <a:spLocks noChangeAspect="1" noChangeArrowheads="1" noTextEdit="1"/>
          </p:cNvSpPr>
          <p:nvPr userDrawn="1"/>
        </p:nvSpPr>
        <p:spPr bwMode="auto">
          <a:xfrm>
            <a:off x="3178" y="2494956"/>
            <a:ext cx="9161463" cy="60126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endParaRPr lang="en-AU"/>
          </a:p>
        </p:txBody>
      </p:sp>
      <p:sp>
        <p:nvSpPr>
          <p:cNvPr id="38" name="Rectangle 7"/>
          <p:cNvSpPr>
            <a:spLocks noChangeArrowheads="1"/>
          </p:cNvSpPr>
          <p:nvPr userDrawn="1"/>
        </p:nvSpPr>
        <p:spPr bwMode="auto">
          <a:xfrm>
            <a:off x="12701" y="2728318"/>
            <a:ext cx="9142412" cy="36790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endParaRPr lang="en-AU"/>
          </a:p>
        </p:txBody>
      </p:sp>
      <p:sp>
        <p:nvSpPr>
          <p:cNvPr id="44" name="Rectangle 84"/>
          <p:cNvSpPr>
            <a:spLocks noChangeArrowheads="1"/>
          </p:cNvSpPr>
          <p:nvPr/>
        </p:nvSpPr>
        <p:spPr bwMode="auto">
          <a:xfrm>
            <a:off x="1591" y="2719984"/>
            <a:ext cx="9167813" cy="4083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>
              <a:defRPr/>
            </a:pPr>
            <a:endParaRPr lang="en-US"/>
          </a:p>
        </p:txBody>
      </p:sp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8479813" y="4561859"/>
            <a:ext cx="442169" cy="442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27371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97" r:id="rId2"/>
    <p:sldLayoutId id="2147483701" r:id="rId3"/>
    <p:sldLayoutId id="2147483685" r:id="rId4"/>
    <p:sldLayoutId id="2147483705" r:id="rId5"/>
    <p:sldLayoutId id="2147483686" r:id="rId6"/>
    <p:sldLayoutId id="2147483687" r:id="rId7"/>
    <p:sldLayoutId id="2147483688" r:id="rId8"/>
    <p:sldLayoutId id="2147483689" r:id="rId9"/>
    <p:sldLayoutId id="2147483708" r:id="rId10"/>
    <p:sldLayoutId id="2147483690" r:id="rId11"/>
    <p:sldLayoutId id="2147483691" r:id="rId12"/>
    <p:sldLayoutId id="2147483692" r:id="rId13"/>
    <p:sldLayoutId id="2147483693" r:id="rId14"/>
    <p:sldLayoutId id="2147483694" r:id="rId15"/>
  </p:sldLayoutIdLs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3600" b="0" kern="1200">
          <a:solidFill>
            <a:schemeClr val="accent3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914400" rtl="0" eaLnBrk="1" latinLnBrk="0" hangingPunct="1">
        <a:lnSpc>
          <a:spcPct val="90000"/>
        </a:lnSpc>
        <a:spcBef>
          <a:spcPts val="6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396000" indent="-1800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•"/>
        <a:tabLst/>
        <a:defRPr sz="1800" kern="1200">
          <a:solidFill>
            <a:schemeClr val="accent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1520" y="805458"/>
            <a:ext cx="8640960" cy="63936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1522" y="1550788"/>
            <a:ext cx="8640958" cy="318120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1370" y="4878250"/>
            <a:ext cx="6083845" cy="93206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900">
                <a:solidFill>
                  <a:schemeClr val="accent3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4"/>
          </p:nvPr>
        </p:nvSpPr>
        <p:spPr>
          <a:xfrm>
            <a:off x="253577" y="4878250"/>
            <a:ext cx="288789" cy="9551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900">
                <a:solidFill>
                  <a:schemeClr val="accent3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36" name="AutoShape 4"/>
          <p:cNvSpPr>
            <a:spLocks noChangeAspect="1" noChangeArrowheads="1" noTextEdit="1"/>
          </p:cNvSpPr>
          <p:nvPr userDrawn="1"/>
        </p:nvSpPr>
        <p:spPr bwMode="auto">
          <a:xfrm>
            <a:off x="3178" y="2494956"/>
            <a:ext cx="9161463" cy="60126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endParaRPr lang="en-AU"/>
          </a:p>
        </p:txBody>
      </p:sp>
      <p:sp>
        <p:nvSpPr>
          <p:cNvPr id="38" name="Rectangle 7"/>
          <p:cNvSpPr>
            <a:spLocks noChangeArrowheads="1"/>
          </p:cNvSpPr>
          <p:nvPr userDrawn="1"/>
        </p:nvSpPr>
        <p:spPr bwMode="auto">
          <a:xfrm>
            <a:off x="12701" y="2728318"/>
            <a:ext cx="9142412" cy="36790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endParaRPr lang="en-AU"/>
          </a:p>
        </p:txBody>
      </p:sp>
      <p:sp>
        <p:nvSpPr>
          <p:cNvPr id="44" name="Rectangle 84"/>
          <p:cNvSpPr>
            <a:spLocks noChangeArrowheads="1"/>
          </p:cNvSpPr>
          <p:nvPr/>
        </p:nvSpPr>
        <p:spPr bwMode="auto">
          <a:xfrm>
            <a:off x="1591" y="2719984"/>
            <a:ext cx="9167813" cy="4083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>
              <a:defRPr/>
            </a:pPr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67DD59A-4148-4107-89BD-9ACB60B45F7F}"/>
              </a:ext>
            </a:extLst>
          </p:cNvPr>
          <p:cNvPicPr>
            <a:picLocks noChangeAspect="1"/>
          </p:cNvPicPr>
          <p:nvPr userDrawn="1"/>
        </p:nvPicPr>
        <p:blipFill>
          <a:blip r:embed="rId2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19" y="195486"/>
            <a:ext cx="936488" cy="44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13334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6" r:id="rId1"/>
    <p:sldLayoutId id="2147483747" r:id="rId2"/>
    <p:sldLayoutId id="2147483748" r:id="rId3"/>
    <p:sldLayoutId id="2147483749" r:id="rId4"/>
    <p:sldLayoutId id="2147483750" r:id="rId5"/>
    <p:sldLayoutId id="2147483751" r:id="rId6"/>
    <p:sldLayoutId id="2147483752" r:id="rId7"/>
    <p:sldLayoutId id="2147483753" r:id="rId8"/>
    <p:sldLayoutId id="2147483754" r:id="rId9"/>
    <p:sldLayoutId id="2147483755" r:id="rId10"/>
    <p:sldLayoutId id="2147483756" r:id="rId11"/>
    <p:sldLayoutId id="2147483757" r:id="rId12"/>
    <p:sldLayoutId id="2147483758" r:id="rId13"/>
    <p:sldLayoutId id="2147483759" r:id="rId14"/>
    <p:sldLayoutId id="2147483760" r:id="rId15"/>
    <p:sldLayoutId id="2147483761" r:id="rId16"/>
    <p:sldLayoutId id="2147483762" r:id="rId17"/>
    <p:sldLayoutId id="2147483763" r:id="rId18"/>
    <p:sldLayoutId id="2147483764" r:id="rId19"/>
  </p:sldLayoutIdLs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3600" b="0" kern="1200">
          <a:solidFill>
            <a:schemeClr val="accent3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914400" rtl="0" eaLnBrk="1" latinLnBrk="0" hangingPunct="1">
        <a:lnSpc>
          <a:spcPct val="90000"/>
        </a:lnSpc>
        <a:spcBef>
          <a:spcPts val="6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396000" indent="-1800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•"/>
        <a:tabLst/>
        <a:defRPr sz="1800" kern="1200">
          <a:solidFill>
            <a:schemeClr val="accent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1520" y="242243"/>
            <a:ext cx="8640960" cy="63936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1522" y="987573"/>
            <a:ext cx="8640958" cy="357428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1370" y="4878250"/>
            <a:ext cx="6083845" cy="93206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900">
                <a:solidFill>
                  <a:schemeClr val="accent3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4"/>
          </p:nvPr>
        </p:nvSpPr>
        <p:spPr>
          <a:xfrm>
            <a:off x="253577" y="4878250"/>
            <a:ext cx="288789" cy="9551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900">
                <a:solidFill>
                  <a:schemeClr val="accent3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36" name="AutoShape 4"/>
          <p:cNvSpPr>
            <a:spLocks noChangeAspect="1" noChangeArrowheads="1" noTextEdit="1"/>
          </p:cNvSpPr>
          <p:nvPr userDrawn="1"/>
        </p:nvSpPr>
        <p:spPr bwMode="auto">
          <a:xfrm>
            <a:off x="3178" y="2494956"/>
            <a:ext cx="9161463" cy="60126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endParaRPr lang="en-AU"/>
          </a:p>
        </p:txBody>
      </p:sp>
      <p:sp>
        <p:nvSpPr>
          <p:cNvPr id="38" name="Rectangle 7"/>
          <p:cNvSpPr>
            <a:spLocks noChangeArrowheads="1"/>
          </p:cNvSpPr>
          <p:nvPr userDrawn="1"/>
        </p:nvSpPr>
        <p:spPr bwMode="auto">
          <a:xfrm>
            <a:off x="12701" y="2728318"/>
            <a:ext cx="9142412" cy="36790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endParaRPr lang="en-AU"/>
          </a:p>
        </p:txBody>
      </p:sp>
      <p:sp>
        <p:nvSpPr>
          <p:cNvPr id="44" name="Rectangle 84"/>
          <p:cNvSpPr>
            <a:spLocks noChangeArrowheads="1"/>
          </p:cNvSpPr>
          <p:nvPr/>
        </p:nvSpPr>
        <p:spPr bwMode="auto">
          <a:xfrm>
            <a:off x="1591" y="2719984"/>
            <a:ext cx="9167813" cy="4083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>
              <a:defRPr/>
            </a:pPr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5B5D801-8BF9-4650-9BFF-FFF9F24B1811}"/>
              </a:ext>
            </a:extLst>
          </p:cNvPr>
          <p:cNvPicPr>
            <a:picLocks noChangeAspect="1"/>
          </p:cNvPicPr>
          <p:nvPr userDrawn="1"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85494" y="4561228"/>
            <a:ext cx="936488" cy="44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82912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6" r:id="rId1"/>
    <p:sldLayoutId id="2147483767" r:id="rId2"/>
    <p:sldLayoutId id="2147483768" r:id="rId3"/>
    <p:sldLayoutId id="2147483769" r:id="rId4"/>
    <p:sldLayoutId id="2147483770" r:id="rId5"/>
    <p:sldLayoutId id="2147483771" r:id="rId6"/>
    <p:sldLayoutId id="2147483772" r:id="rId7"/>
    <p:sldLayoutId id="2147483773" r:id="rId8"/>
    <p:sldLayoutId id="2147483774" r:id="rId9"/>
    <p:sldLayoutId id="2147483775" r:id="rId10"/>
    <p:sldLayoutId id="2147483776" r:id="rId11"/>
    <p:sldLayoutId id="2147483777" r:id="rId12"/>
    <p:sldLayoutId id="2147483778" r:id="rId13"/>
    <p:sldLayoutId id="2147483779" r:id="rId14"/>
    <p:sldLayoutId id="2147483780" r:id="rId15"/>
  </p:sldLayoutIdLs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3600" b="0" kern="1200">
          <a:solidFill>
            <a:schemeClr val="accent3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914400" rtl="0" eaLnBrk="1" latinLnBrk="0" hangingPunct="1">
        <a:lnSpc>
          <a:spcPct val="90000"/>
        </a:lnSpc>
        <a:spcBef>
          <a:spcPts val="6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396000" indent="-1800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•"/>
        <a:tabLst/>
        <a:defRPr sz="1800" kern="1200">
          <a:solidFill>
            <a:schemeClr val="accent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1520" y="805458"/>
            <a:ext cx="8640960" cy="63936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1522" y="1550788"/>
            <a:ext cx="8640958" cy="318120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1370" y="4878250"/>
            <a:ext cx="6083845" cy="93206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900">
                <a:solidFill>
                  <a:schemeClr val="accent3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4"/>
          </p:nvPr>
        </p:nvSpPr>
        <p:spPr>
          <a:xfrm>
            <a:off x="253577" y="4878250"/>
            <a:ext cx="288789" cy="9551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900">
                <a:solidFill>
                  <a:schemeClr val="accent3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36" name="AutoShape 4"/>
          <p:cNvSpPr>
            <a:spLocks noChangeAspect="1" noChangeArrowheads="1" noTextEdit="1"/>
          </p:cNvSpPr>
          <p:nvPr userDrawn="1"/>
        </p:nvSpPr>
        <p:spPr bwMode="auto">
          <a:xfrm>
            <a:off x="3178" y="2494956"/>
            <a:ext cx="9161463" cy="60126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endParaRPr lang="en-AU"/>
          </a:p>
        </p:txBody>
      </p:sp>
      <p:sp>
        <p:nvSpPr>
          <p:cNvPr id="38" name="Rectangle 7"/>
          <p:cNvSpPr>
            <a:spLocks noChangeArrowheads="1"/>
          </p:cNvSpPr>
          <p:nvPr userDrawn="1"/>
        </p:nvSpPr>
        <p:spPr bwMode="auto">
          <a:xfrm>
            <a:off x="12701" y="2728318"/>
            <a:ext cx="9142412" cy="36790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endParaRPr lang="en-AU"/>
          </a:p>
        </p:txBody>
      </p:sp>
      <p:sp>
        <p:nvSpPr>
          <p:cNvPr id="44" name="Rectangle 84"/>
          <p:cNvSpPr>
            <a:spLocks noChangeArrowheads="1"/>
          </p:cNvSpPr>
          <p:nvPr/>
        </p:nvSpPr>
        <p:spPr bwMode="auto">
          <a:xfrm>
            <a:off x="1591" y="2719984"/>
            <a:ext cx="9167813" cy="4083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>
              <a:defRPr/>
            </a:pPr>
            <a:endParaRPr lang="en-US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88F4E070-DE66-4ABC-A8F6-3559DD6EA3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251519" y="195486"/>
            <a:ext cx="1768081" cy="44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4957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2" r:id="rId1"/>
    <p:sldLayoutId id="2147483783" r:id="rId2"/>
    <p:sldLayoutId id="2147483784" r:id="rId3"/>
    <p:sldLayoutId id="2147483785" r:id="rId4"/>
    <p:sldLayoutId id="2147483786" r:id="rId5"/>
    <p:sldLayoutId id="2147483787" r:id="rId6"/>
    <p:sldLayoutId id="2147483788" r:id="rId7"/>
    <p:sldLayoutId id="2147483789" r:id="rId8"/>
    <p:sldLayoutId id="2147483790" r:id="rId9"/>
    <p:sldLayoutId id="2147483791" r:id="rId10"/>
    <p:sldLayoutId id="2147483792" r:id="rId11"/>
    <p:sldLayoutId id="2147483793" r:id="rId12"/>
    <p:sldLayoutId id="2147483794" r:id="rId13"/>
    <p:sldLayoutId id="2147483795" r:id="rId14"/>
    <p:sldLayoutId id="2147483796" r:id="rId15"/>
    <p:sldLayoutId id="2147483797" r:id="rId16"/>
    <p:sldLayoutId id="2147483798" r:id="rId17"/>
    <p:sldLayoutId id="2147483799" r:id="rId18"/>
    <p:sldLayoutId id="2147483800" r:id="rId19"/>
  </p:sldLayoutIdLs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3600" b="0" kern="1200">
          <a:solidFill>
            <a:schemeClr val="accent3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914400" rtl="0" eaLnBrk="1" latinLnBrk="0" hangingPunct="1">
        <a:lnSpc>
          <a:spcPct val="90000"/>
        </a:lnSpc>
        <a:spcBef>
          <a:spcPts val="6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396000" indent="-1800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•"/>
        <a:tabLst/>
        <a:defRPr sz="1800" kern="1200">
          <a:solidFill>
            <a:schemeClr val="accent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1520" y="242243"/>
            <a:ext cx="8640960" cy="63936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1522" y="987573"/>
            <a:ext cx="8640958" cy="357428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1370" y="4878250"/>
            <a:ext cx="6083845" cy="93206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900">
                <a:solidFill>
                  <a:schemeClr val="accent3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4"/>
          </p:nvPr>
        </p:nvSpPr>
        <p:spPr>
          <a:xfrm>
            <a:off x="253577" y="4878250"/>
            <a:ext cx="288789" cy="9551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900">
                <a:solidFill>
                  <a:schemeClr val="accent3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36" name="AutoShape 4"/>
          <p:cNvSpPr>
            <a:spLocks noChangeAspect="1" noChangeArrowheads="1" noTextEdit="1"/>
          </p:cNvSpPr>
          <p:nvPr userDrawn="1"/>
        </p:nvSpPr>
        <p:spPr bwMode="auto">
          <a:xfrm>
            <a:off x="3178" y="2494956"/>
            <a:ext cx="9161463" cy="60126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endParaRPr lang="en-AU"/>
          </a:p>
        </p:txBody>
      </p:sp>
      <p:sp>
        <p:nvSpPr>
          <p:cNvPr id="38" name="Rectangle 7"/>
          <p:cNvSpPr>
            <a:spLocks noChangeArrowheads="1"/>
          </p:cNvSpPr>
          <p:nvPr userDrawn="1"/>
        </p:nvSpPr>
        <p:spPr bwMode="auto">
          <a:xfrm>
            <a:off x="12701" y="2728318"/>
            <a:ext cx="9142412" cy="36790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endParaRPr lang="en-AU"/>
          </a:p>
        </p:txBody>
      </p:sp>
      <p:sp>
        <p:nvSpPr>
          <p:cNvPr id="44" name="Rectangle 84"/>
          <p:cNvSpPr>
            <a:spLocks noChangeArrowheads="1"/>
          </p:cNvSpPr>
          <p:nvPr/>
        </p:nvSpPr>
        <p:spPr bwMode="auto">
          <a:xfrm>
            <a:off x="1591" y="2719984"/>
            <a:ext cx="9167813" cy="4083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>
              <a:defRPr/>
            </a:pPr>
            <a:endParaRPr lang="en-US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E48BB93D-47BD-4299-AC60-ADD2BF55C8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7153901" y="4561228"/>
            <a:ext cx="1768081" cy="44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28464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2" r:id="rId1"/>
    <p:sldLayoutId id="2147483803" r:id="rId2"/>
    <p:sldLayoutId id="2147483804" r:id="rId3"/>
    <p:sldLayoutId id="2147483805" r:id="rId4"/>
    <p:sldLayoutId id="2147483806" r:id="rId5"/>
    <p:sldLayoutId id="2147483807" r:id="rId6"/>
    <p:sldLayoutId id="2147483808" r:id="rId7"/>
    <p:sldLayoutId id="2147483809" r:id="rId8"/>
    <p:sldLayoutId id="2147483810" r:id="rId9"/>
    <p:sldLayoutId id="2147483811" r:id="rId10"/>
    <p:sldLayoutId id="2147483812" r:id="rId11"/>
    <p:sldLayoutId id="2147483813" r:id="rId12"/>
    <p:sldLayoutId id="2147483814" r:id="rId13"/>
    <p:sldLayoutId id="2147483815" r:id="rId14"/>
    <p:sldLayoutId id="2147483816" r:id="rId15"/>
  </p:sldLayoutIdLs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3600" b="0" kern="1200">
          <a:solidFill>
            <a:schemeClr val="accent3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914400" rtl="0" eaLnBrk="1" latinLnBrk="0" hangingPunct="1">
        <a:lnSpc>
          <a:spcPct val="90000"/>
        </a:lnSpc>
        <a:spcBef>
          <a:spcPts val="6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396000" indent="-1800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•"/>
        <a:tabLst/>
        <a:defRPr sz="1800" kern="1200">
          <a:solidFill>
            <a:schemeClr val="accent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1520" y="805458"/>
            <a:ext cx="8640960" cy="63936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1522" y="1550788"/>
            <a:ext cx="8640958" cy="318120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1370" y="4878250"/>
            <a:ext cx="6083845" cy="93206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900">
                <a:solidFill>
                  <a:schemeClr val="accent3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4"/>
          </p:nvPr>
        </p:nvSpPr>
        <p:spPr>
          <a:xfrm>
            <a:off x="253577" y="4878250"/>
            <a:ext cx="288789" cy="9551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900">
                <a:solidFill>
                  <a:schemeClr val="accent3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36" name="AutoShape 4"/>
          <p:cNvSpPr>
            <a:spLocks noChangeAspect="1" noChangeArrowheads="1" noTextEdit="1"/>
          </p:cNvSpPr>
          <p:nvPr userDrawn="1"/>
        </p:nvSpPr>
        <p:spPr bwMode="auto">
          <a:xfrm>
            <a:off x="3178" y="2494956"/>
            <a:ext cx="9161463" cy="60126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endParaRPr lang="en-AU"/>
          </a:p>
        </p:txBody>
      </p:sp>
      <p:sp>
        <p:nvSpPr>
          <p:cNvPr id="38" name="Rectangle 7"/>
          <p:cNvSpPr>
            <a:spLocks noChangeArrowheads="1"/>
          </p:cNvSpPr>
          <p:nvPr userDrawn="1"/>
        </p:nvSpPr>
        <p:spPr bwMode="auto">
          <a:xfrm>
            <a:off x="12701" y="2728318"/>
            <a:ext cx="9142412" cy="36790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endParaRPr lang="en-AU"/>
          </a:p>
        </p:txBody>
      </p:sp>
      <p:sp>
        <p:nvSpPr>
          <p:cNvPr id="44" name="Rectangle 84"/>
          <p:cNvSpPr>
            <a:spLocks noChangeArrowheads="1"/>
          </p:cNvSpPr>
          <p:nvPr/>
        </p:nvSpPr>
        <p:spPr bwMode="auto">
          <a:xfrm>
            <a:off x="1591" y="2719984"/>
            <a:ext cx="9167813" cy="4083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>
              <a:defRPr/>
            </a:pPr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99F6DE-9351-1240-AACA-180705475965}"/>
              </a:ext>
            </a:extLst>
          </p:cNvPr>
          <p:cNvPicPr>
            <a:picLocks noChangeAspect="1"/>
          </p:cNvPicPr>
          <p:nvPr userDrawn="1"/>
        </p:nvPicPr>
        <p:blipFill>
          <a:blip r:embed="rId2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290" y="245070"/>
            <a:ext cx="1010317" cy="232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8426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824" r:id="rId4"/>
    <p:sldLayoutId id="2147483826" r:id="rId5"/>
    <p:sldLayoutId id="2147483825" r:id="rId6"/>
    <p:sldLayoutId id="2147483713" r:id="rId7"/>
    <p:sldLayoutId id="2147483714" r:id="rId8"/>
    <p:sldLayoutId id="2147483715" r:id="rId9"/>
    <p:sldLayoutId id="2147483716" r:id="rId10"/>
    <p:sldLayoutId id="2147483717" r:id="rId11"/>
    <p:sldLayoutId id="2147483718" r:id="rId12"/>
    <p:sldLayoutId id="2147483719" r:id="rId13"/>
    <p:sldLayoutId id="2147483827" r:id="rId14"/>
    <p:sldLayoutId id="2147483720" r:id="rId15"/>
    <p:sldLayoutId id="2147483721" r:id="rId16"/>
    <p:sldLayoutId id="2147483722" r:id="rId17"/>
    <p:sldLayoutId id="2147483723" r:id="rId18"/>
    <p:sldLayoutId id="2147483724" r:id="rId19"/>
    <p:sldLayoutId id="2147483725" r:id="rId20"/>
    <p:sldLayoutId id="2147483726" r:id="rId21"/>
    <p:sldLayoutId id="2147483727" r:id="rId22"/>
    <p:sldLayoutId id="2147483728" r:id="rId23"/>
  </p:sldLayoutIdLs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3600" b="0" kern="1200">
          <a:solidFill>
            <a:schemeClr val="accent3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914400" rtl="0" eaLnBrk="1" latinLnBrk="0" hangingPunct="1">
        <a:lnSpc>
          <a:spcPct val="90000"/>
        </a:lnSpc>
        <a:spcBef>
          <a:spcPts val="6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396000" indent="-1800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•"/>
        <a:tabLst/>
        <a:defRPr sz="1800" kern="1200">
          <a:solidFill>
            <a:schemeClr val="accent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1520" y="242243"/>
            <a:ext cx="8640960" cy="63936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1522" y="987573"/>
            <a:ext cx="8640958" cy="357428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1370" y="4878250"/>
            <a:ext cx="6083845" cy="93206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900">
                <a:solidFill>
                  <a:schemeClr val="accent3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4"/>
          </p:nvPr>
        </p:nvSpPr>
        <p:spPr>
          <a:xfrm>
            <a:off x="253577" y="4878250"/>
            <a:ext cx="288789" cy="9551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900">
                <a:solidFill>
                  <a:schemeClr val="accent3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36" name="AutoShape 4"/>
          <p:cNvSpPr>
            <a:spLocks noChangeAspect="1" noChangeArrowheads="1" noTextEdit="1"/>
          </p:cNvSpPr>
          <p:nvPr userDrawn="1"/>
        </p:nvSpPr>
        <p:spPr bwMode="auto">
          <a:xfrm>
            <a:off x="3178" y="2494956"/>
            <a:ext cx="9161463" cy="60126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endParaRPr lang="en-AU"/>
          </a:p>
        </p:txBody>
      </p:sp>
      <p:sp>
        <p:nvSpPr>
          <p:cNvPr id="38" name="Rectangle 7"/>
          <p:cNvSpPr>
            <a:spLocks noChangeArrowheads="1"/>
          </p:cNvSpPr>
          <p:nvPr userDrawn="1"/>
        </p:nvSpPr>
        <p:spPr bwMode="auto">
          <a:xfrm>
            <a:off x="12701" y="2728318"/>
            <a:ext cx="9142412" cy="36790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endParaRPr lang="en-AU"/>
          </a:p>
        </p:txBody>
      </p:sp>
      <p:sp>
        <p:nvSpPr>
          <p:cNvPr id="44" name="Rectangle 84"/>
          <p:cNvSpPr>
            <a:spLocks noChangeArrowheads="1"/>
          </p:cNvSpPr>
          <p:nvPr/>
        </p:nvSpPr>
        <p:spPr bwMode="auto">
          <a:xfrm>
            <a:off x="1591" y="2719984"/>
            <a:ext cx="9167813" cy="4083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>
              <a:defRPr/>
            </a:pPr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D46349F-4F50-4446-8BA9-4263776EBB91}"/>
              </a:ext>
            </a:extLst>
          </p:cNvPr>
          <p:cNvPicPr>
            <a:picLocks noChangeAspect="1"/>
          </p:cNvPicPr>
          <p:nvPr userDrawn="1"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82858" y="4709569"/>
            <a:ext cx="1010317" cy="232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32206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0" r:id="rId1"/>
    <p:sldLayoutId id="2147483731" r:id="rId2"/>
    <p:sldLayoutId id="2147483732" r:id="rId3"/>
    <p:sldLayoutId id="2147483733" r:id="rId4"/>
    <p:sldLayoutId id="2147483734" r:id="rId5"/>
    <p:sldLayoutId id="2147483735" r:id="rId6"/>
    <p:sldLayoutId id="2147483736" r:id="rId7"/>
    <p:sldLayoutId id="2147483737" r:id="rId8"/>
    <p:sldLayoutId id="2147483738" r:id="rId9"/>
    <p:sldLayoutId id="2147483739" r:id="rId10"/>
    <p:sldLayoutId id="2147483740" r:id="rId11"/>
    <p:sldLayoutId id="2147483741" r:id="rId12"/>
    <p:sldLayoutId id="2147483742" r:id="rId13"/>
    <p:sldLayoutId id="2147483743" r:id="rId14"/>
    <p:sldLayoutId id="2147483744" r:id="rId15"/>
  </p:sldLayoutIdLs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3600" b="0" kern="1200">
          <a:solidFill>
            <a:schemeClr val="accent3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914400" rtl="0" eaLnBrk="1" latinLnBrk="0" hangingPunct="1">
        <a:lnSpc>
          <a:spcPct val="90000"/>
        </a:lnSpc>
        <a:spcBef>
          <a:spcPts val="6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396000" indent="-1800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•"/>
        <a:tabLst/>
        <a:defRPr sz="1800" kern="1200">
          <a:solidFill>
            <a:schemeClr val="accent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5602">
          <p15:clr>
            <a:srgbClr val="F26B43"/>
          </p15:clr>
        </p15:guide>
        <p15:guide id="2" orient="horz" pos="3162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10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110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110.xml"/><Relationship Id="rId4" Type="http://schemas.openxmlformats.org/officeDocument/2006/relationships/image" Target="../media/image13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110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10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10" Type="http://schemas.openxmlformats.org/officeDocument/2006/relationships/image" Target="../media/image13.emf"/><Relationship Id="rId4" Type="http://schemas.openxmlformats.org/officeDocument/2006/relationships/image" Target="../media/image28.png"/><Relationship Id="rId9" Type="http://schemas.openxmlformats.org/officeDocument/2006/relationships/image" Target="../media/image3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34.png"/><Relationship Id="rId7" Type="http://schemas.openxmlformats.org/officeDocument/2006/relationships/image" Target="../media/image29.png"/><Relationship Id="rId12" Type="http://schemas.openxmlformats.org/officeDocument/2006/relationships/image" Target="../media/image13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0.xml"/><Relationship Id="rId6" Type="http://schemas.openxmlformats.org/officeDocument/2006/relationships/image" Target="../media/image35.png"/><Relationship Id="rId11" Type="http://schemas.openxmlformats.org/officeDocument/2006/relationships/image" Target="../media/image38.png"/><Relationship Id="rId5" Type="http://schemas.openxmlformats.org/officeDocument/2006/relationships/image" Target="../media/image28.png"/><Relationship Id="rId10" Type="http://schemas.openxmlformats.org/officeDocument/2006/relationships/image" Target="../media/image37.png"/><Relationship Id="rId4" Type="http://schemas.openxmlformats.org/officeDocument/2006/relationships/image" Target="../media/image27.png"/><Relationship Id="rId9" Type="http://schemas.openxmlformats.org/officeDocument/2006/relationships/image" Target="../media/image3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emf"/><Relationship Id="rId1" Type="http://schemas.openxmlformats.org/officeDocument/2006/relationships/slideLayout" Target="../slideLayouts/slideLayout110.xml"/><Relationship Id="rId5" Type="http://schemas.openxmlformats.org/officeDocument/2006/relationships/image" Target="../media/image13.emf"/><Relationship Id="rId4" Type="http://schemas.openxmlformats.org/officeDocument/2006/relationships/hyperlink" Target="https://www.inlab.au/inlab-explorer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10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11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110.xml"/><Relationship Id="rId4" Type="http://schemas.openxmlformats.org/officeDocument/2006/relationships/image" Target="../media/image13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5244695-FC49-E0AB-9560-4AF20DB3A3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6964" y="750346"/>
            <a:ext cx="3960440" cy="2315787"/>
          </a:xfrm>
        </p:spPr>
        <p:txBody>
          <a:bodyPr>
            <a:normAutofit/>
          </a:bodyPr>
          <a:lstStyle/>
          <a:p>
            <a:r>
              <a:rPr lang="en-US" dirty="0"/>
              <a:t>Using </a:t>
            </a:r>
            <a:r>
              <a:rPr lang="en-US" dirty="0" err="1"/>
              <a:t>CoFI</a:t>
            </a:r>
            <a:r>
              <a:rPr lang="en-US" dirty="0"/>
              <a:t> to experiment with geophysical inversion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FD9E91-8D01-5437-AD11-15F6807301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675321"/>
            <a:ext cx="4320480" cy="325636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37C003B-C33D-A684-D68A-9A003534D37E}"/>
              </a:ext>
            </a:extLst>
          </p:cNvPr>
          <p:cNvSpPr txBox="1"/>
          <p:nvPr/>
        </p:nvSpPr>
        <p:spPr>
          <a:xfrm>
            <a:off x="409874" y="3671990"/>
            <a:ext cx="236475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sz="1000" b="0" i="1" dirty="0">
                <a:solidFill>
                  <a:schemeClr val="bg1"/>
                </a:solidFill>
                <a:effectLst/>
                <a:latin typeface="Linux Libertine"/>
              </a:rPr>
              <a:t>The Anatomy Lesson of Dr. </a:t>
            </a:r>
            <a:r>
              <a:rPr lang="en-AU" sz="1000" b="0" i="1" dirty="0" err="1">
                <a:solidFill>
                  <a:schemeClr val="bg1"/>
                </a:solidFill>
                <a:effectLst/>
                <a:latin typeface="Linux Libertine"/>
              </a:rPr>
              <a:t>Nicolaes</a:t>
            </a:r>
            <a:r>
              <a:rPr lang="en-AU" sz="1000" b="0" i="1" dirty="0">
                <a:solidFill>
                  <a:schemeClr val="bg1"/>
                </a:solidFill>
                <a:effectLst/>
                <a:latin typeface="Linux Libertine"/>
              </a:rPr>
              <a:t> </a:t>
            </a:r>
            <a:r>
              <a:rPr lang="en-AU" sz="1000" b="0" i="1" dirty="0" err="1">
                <a:solidFill>
                  <a:schemeClr val="bg1"/>
                </a:solidFill>
                <a:effectLst/>
                <a:latin typeface="Linux Libertine"/>
              </a:rPr>
              <a:t>Tulp</a:t>
            </a:r>
            <a:endParaRPr lang="en-AU" sz="1000" b="0" i="0" dirty="0">
              <a:solidFill>
                <a:schemeClr val="bg1"/>
              </a:solidFill>
              <a:effectLst/>
              <a:latin typeface="Linux Libertine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3D440C-EF2F-AF0F-AB24-E0DF0B59BE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3840" y="4567244"/>
            <a:ext cx="1440160" cy="58543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C10AF12-763F-800F-4286-DE8A41176E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0192" y="4542334"/>
            <a:ext cx="1253984" cy="58241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DA3F364-8A7A-7D9D-F6DF-59DB313C64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3847" y="4619314"/>
            <a:ext cx="1645519" cy="39719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364C674-0AF2-D955-BA25-25AB0BDEAA44}"/>
              </a:ext>
            </a:extLst>
          </p:cNvPr>
          <p:cNvSpPr txBox="1"/>
          <p:nvPr/>
        </p:nvSpPr>
        <p:spPr>
          <a:xfrm>
            <a:off x="4635272" y="4150960"/>
            <a:ext cx="45838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>
                <a:effectLst/>
                <a:latin typeface="Helvetica Neue" panose="02000503000000020004" pitchFamily="2" charset="0"/>
              </a:rPr>
              <a:t>A </a:t>
            </a:r>
            <a:r>
              <a:rPr lang="en-AU" b="1" dirty="0">
                <a:effectLst/>
                <a:latin typeface="Helvetica Neue" panose="02000503000000020004" pitchFamily="2" charset="0"/>
              </a:rPr>
              <a:t>Co</a:t>
            </a:r>
            <a:r>
              <a:rPr lang="en-AU" dirty="0">
                <a:effectLst/>
                <a:latin typeface="Helvetica Neue" panose="02000503000000020004" pitchFamily="2" charset="0"/>
              </a:rPr>
              <a:t>mmon </a:t>
            </a:r>
            <a:r>
              <a:rPr lang="en-AU" b="1" dirty="0">
                <a:effectLst/>
                <a:latin typeface="Helvetica Neue" panose="02000503000000020004" pitchFamily="2" charset="0"/>
              </a:rPr>
              <a:t>F</a:t>
            </a:r>
            <a:r>
              <a:rPr lang="en-AU" dirty="0">
                <a:effectLst/>
                <a:latin typeface="Helvetica Neue" panose="02000503000000020004" pitchFamily="2" charset="0"/>
              </a:rPr>
              <a:t>ramework for </a:t>
            </a:r>
            <a:r>
              <a:rPr lang="en-AU" b="1" dirty="0">
                <a:effectLst/>
                <a:latin typeface="Helvetica Neue" panose="02000503000000020004" pitchFamily="2" charset="0"/>
              </a:rPr>
              <a:t>I</a:t>
            </a:r>
            <a:r>
              <a:rPr lang="en-AU" dirty="0">
                <a:effectLst/>
                <a:latin typeface="Helvetica Neue" panose="02000503000000020004" pitchFamily="2" charset="0"/>
              </a:rPr>
              <a:t>nference 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73E0A9-CAD3-C123-8A04-047589722E09}"/>
              </a:ext>
            </a:extLst>
          </p:cNvPr>
          <p:cNvSpPr txBox="1"/>
          <p:nvPr/>
        </p:nvSpPr>
        <p:spPr>
          <a:xfrm>
            <a:off x="578401" y="3944959"/>
            <a:ext cx="383657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1400" i="1" dirty="0">
                <a:solidFill>
                  <a:srgbClr val="222832"/>
                </a:solidFill>
                <a:effectLst/>
                <a:latin typeface="-apple-system"/>
              </a:rPr>
              <a:t>This will be an interactive session where participation is encouraged…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0D62715-63E5-FD82-143D-BF522D5155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24199" y="4618119"/>
            <a:ext cx="1301161" cy="430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18192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1DC5E-E905-1FB8-7A87-EF0AA3375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5D0F6D15-1BAD-A061-380F-045FA26385E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253577" y="4878250"/>
            <a:ext cx="288789" cy="95510"/>
          </a:xfrm>
        </p:spPr>
        <p:txBody>
          <a:bodyPr/>
          <a:lstStyle/>
          <a:p>
            <a:pPr algn="ctr"/>
            <a:fld id="{2ABE124A-B5C5-46E0-B944-45307B126769}" type="slidenum">
              <a:rPr lang="en-AU" smtClean="0"/>
              <a:pPr algn="ctr"/>
              <a:t>2</a:t>
            </a:fld>
            <a:r>
              <a:rPr lang="en-AU" dirty="0"/>
              <a:t>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3A7AFD2-3BEA-21E7-FF42-8B65244FA2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3840" y="4567244"/>
            <a:ext cx="1440160" cy="58543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74F54E5-D131-C800-642F-46FBB7608C79}"/>
              </a:ext>
            </a:extLst>
          </p:cNvPr>
          <p:cNvSpPr txBox="1"/>
          <p:nvPr/>
        </p:nvSpPr>
        <p:spPr>
          <a:xfrm>
            <a:off x="492021" y="193970"/>
            <a:ext cx="772791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3600" dirty="0">
                <a:solidFill>
                  <a:schemeClr val="bg1">
                    <a:lumMod val="65000"/>
                  </a:schemeClr>
                </a:solidFill>
                <a:effectLst/>
                <a:latin typeface="+mj-lt"/>
              </a:rPr>
              <a:t>Discovery of Neptune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A6831E-B686-3544-9B60-FAD133C78B60}"/>
              </a:ext>
            </a:extLst>
          </p:cNvPr>
          <p:cNvSpPr txBox="1"/>
          <p:nvPr/>
        </p:nvSpPr>
        <p:spPr>
          <a:xfrm>
            <a:off x="1043608" y="1010651"/>
            <a:ext cx="33940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/>
              <a:t>﻿﻿</a:t>
            </a:r>
            <a:r>
              <a:rPr lang="en-AU" sz="1200" i="1" dirty="0"/>
              <a:t>Le Verrier discovered a planet “with the tip of a pen, without any instruments other than the strength of his calculations alone.”…</a:t>
            </a:r>
            <a:endParaRPr lang="en-US" sz="1200" i="1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48AA8F5-AF54-8C1E-D27D-8A621D4A01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510" y="1811613"/>
            <a:ext cx="3888432" cy="2308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8424CEC0-4A81-97CB-FBB7-337D0078EA05}"/>
              </a:ext>
            </a:extLst>
          </p:cNvPr>
          <p:cNvSpPr txBox="1"/>
          <p:nvPr/>
        </p:nvSpPr>
        <p:spPr>
          <a:xfrm>
            <a:off x="4860032" y="4104980"/>
            <a:ext cx="388843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000" dirty="0">
                <a:solidFill>
                  <a:srgbClr val="202122"/>
                </a:solidFill>
              </a:rPr>
              <a:t>U</a:t>
            </a:r>
            <a:r>
              <a:rPr lang="en-AU" sz="1000" b="0" i="0" dirty="0">
                <a:solidFill>
                  <a:srgbClr val="202122"/>
                </a:solidFill>
                <a:effectLst/>
              </a:rPr>
              <a:t>se the observed data on Uranus and Newton's law of gravitation to deduce the mass, position, and orbit of a perturbing body - Neptune</a:t>
            </a:r>
            <a:endParaRPr lang="en-US" sz="1000" dirty="0"/>
          </a:p>
        </p:txBody>
      </p:sp>
      <p:pic>
        <p:nvPicPr>
          <p:cNvPr id="19" name="Picture 18" descr="A diagram of a circle with numbers and a yellow dot&#10;&#10;AI-generated content may be incorrect.">
            <a:extLst>
              <a:ext uri="{FF2B5EF4-FFF2-40B4-BE49-F238E27FC236}">
                <a16:creationId xmlns:a16="http://schemas.microsoft.com/office/drawing/2014/main" id="{83AE53ED-82DB-FE5B-52C2-0AD0E06ED3E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8338" y="432502"/>
            <a:ext cx="2971819" cy="2971819"/>
          </a:xfrm>
          <a:prstGeom prst="rect">
            <a:avLst/>
          </a:prstGeom>
        </p:spPr>
      </p:pic>
      <p:pic>
        <p:nvPicPr>
          <p:cNvPr id="21" name="Picture 20" descr="A green line graph with numbers and a green line&#10;&#10;AI-generated content may be incorrect.">
            <a:extLst>
              <a:ext uri="{FF2B5EF4-FFF2-40B4-BE49-F238E27FC236}">
                <a16:creationId xmlns:a16="http://schemas.microsoft.com/office/drawing/2014/main" id="{E42F8BB4-9128-1DB9-89AF-E8DE315C402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0574" y="2996521"/>
            <a:ext cx="2718048" cy="108721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FE2E8DD-32B0-A828-50BC-43A1C8034ECF}"/>
              </a:ext>
            </a:extLst>
          </p:cNvPr>
          <p:cNvSpPr txBox="1"/>
          <p:nvPr/>
        </p:nvSpPr>
        <p:spPr>
          <a:xfrm>
            <a:off x="827446" y="4120369"/>
            <a:ext cx="35285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 err="1"/>
              <a:t>Lequeux</a:t>
            </a:r>
            <a:r>
              <a:rPr lang="en-US" sz="900" dirty="0"/>
              <a:t>, J. (2013). Le Verrier--magnificent and detestable astronomer. </a:t>
            </a:r>
          </a:p>
          <a:p>
            <a:r>
              <a:rPr lang="en-US" sz="900" dirty="0"/>
              <a:t>New York: Springer.</a:t>
            </a:r>
          </a:p>
        </p:txBody>
      </p:sp>
    </p:spTree>
    <p:extLst>
      <p:ext uri="{BB962C8B-B14F-4D97-AF65-F5344CB8AC3E}">
        <p14:creationId xmlns:p14="http://schemas.microsoft.com/office/powerpoint/2010/main" val="39788757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73EE2B-88E2-1EF3-402B-FAEE4BAA04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A1363D5-437C-B2E8-CED2-5B2BE8D167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160" y="1208151"/>
            <a:ext cx="3652715" cy="3081978"/>
          </a:xfrm>
          <a:prstGeom prst="rect">
            <a:avLst/>
          </a:prstGeom>
        </p:spPr>
      </p:pic>
      <p:pic>
        <p:nvPicPr>
          <p:cNvPr id="8" name="Picture 7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A03FC604-9C33-9B27-B43A-93BE7466C5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3715" y="96"/>
            <a:ext cx="540000" cy="540000"/>
          </a:xfrm>
          <a:prstGeom prst="rect">
            <a:avLst/>
          </a:prstGeom>
        </p:spPr>
      </p:pic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5257E5AB-2081-7918-6E4E-CCC2DD60209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253577" y="4878250"/>
            <a:ext cx="288789" cy="95510"/>
          </a:xfrm>
        </p:spPr>
        <p:txBody>
          <a:bodyPr/>
          <a:lstStyle/>
          <a:p>
            <a:pPr algn="ctr"/>
            <a:fld id="{2ABE124A-B5C5-46E0-B944-45307B126769}" type="slidenum">
              <a:rPr lang="en-AU" smtClean="0"/>
              <a:pPr algn="ctr"/>
              <a:t>3</a:t>
            </a:fld>
            <a:r>
              <a:rPr lang="en-AU" dirty="0"/>
              <a:t>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6D47BBD-83FC-591A-1528-33F5DCBAA485}"/>
              </a:ext>
            </a:extLst>
          </p:cNvPr>
          <p:cNvSpPr txBox="1"/>
          <p:nvPr/>
        </p:nvSpPr>
        <p:spPr>
          <a:xfrm>
            <a:off x="542366" y="4772116"/>
            <a:ext cx="17313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https://</a:t>
            </a:r>
            <a:r>
              <a:rPr lang="en-US" sz="1400" dirty="0" err="1"/>
              <a:t>inlab.au</a:t>
            </a:r>
            <a:r>
              <a:rPr lang="en-US" sz="1400" dirty="0"/>
              <a:t>/</a:t>
            </a:r>
            <a:r>
              <a:rPr lang="en-US" sz="1400" dirty="0" err="1"/>
              <a:t>cofi</a:t>
            </a:r>
            <a:r>
              <a:rPr lang="en-US" sz="1400" dirty="0"/>
              <a:t>/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6C1E875-8521-ADA2-5E5C-D9EE2DACFA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3840" y="4567244"/>
            <a:ext cx="1440160" cy="58543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9028380-391B-9D5A-AA2C-6D7012FE5501}"/>
              </a:ext>
            </a:extLst>
          </p:cNvPr>
          <p:cNvSpPr txBox="1"/>
          <p:nvPr/>
        </p:nvSpPr>
        <p:spPr>
          <a:xfrm>
            <a:off x="492021" y="193970"/>
            <a:ext cx="772791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3600" dirty="0">
                <a:solidFill>
                  <a:schemeClr val="bg1">
                    <a:lumMod val="65000"/>
                  </a:schemeClr>
                </a:solidFill>
                <a:effectLst/>
                <a:latin typeface="+mj-lt"/>
              </a:rPr>
              <a:t>A </a:t>
            </a:r>
            <a:r>
              <a:rPr lang="en-AU" sz="3600" b="1" dirty="0">
                <a:solidFill>
                  <a:srgbClr val="C00000"/>
                </a:solidFill>
                <a:effectLst/>
                <a:latin typeface="+mj-lt"/>
              </a:rPr>
              <a:t>Co</a:t>
            </a:r>
            <a:r>
              <a:rPr lang="en-AU" sz="3600" dirty="0">
                <a:solidFill>
                  <a:schemeClr val="bg1">
                    <a:lumMod val="65000"/>
                  </a:schemeClr>
                </a:solidFill>
                <a:effectLst/>
                <a:latin typeface="+mj-lt"/>
              </a:rPr>
              <a:t>mmon </a:t>
            </a:r>
            <a:r>
              <a:rPr lang="en-AU" sz="3600" b="1" dirty="0">
                <a:solidFill>
                  <a:srgbClr val="C00000"/>
                </a:solidFill>
                <a:effectLst/>
                <a:latin typeface="+mj-lt"/>
              </a:rPr>
              <a:t>F</a:t>
            </a:r>
            <a:r>
              <a:rPr lang="en-AU" sz="3600" dirty="0">
                <a:solidFill>
                  <a:schemeClr val="bg1">
                    <a:lumMod val="65000"/>
                  </a:schemeClr>
                </a:solidFill>
                <a:effectLst/>
                <a:latin typeface="+mj-lt"/>
              </a:rPr>
              <a:t>ramework for </a:t>
            </a:r>
            <a:r>
              <a:rPr lang="en-AU" sz="3600" b="1" dirty="0">
                <a:solidFill>
                  <a:srgbClr val="C00000"/>
                </a:solidFill>
                <a:effectLst/>
                <a:latin typeface="+mj-lt"/>
              </a:rPr>
              <a:t>I</a:t>
            </a:r>
            <a:r>
              <a:rPr lang="en-AU" sz="3600" dirty="0">
                <a:solidFill>
                  <a:schemeClr val="bg1">
                    <a:lumMod val="65000"/>
                  </a:schemeClr>
                </a:solidFill>
                <a:effectLst/>
                <a:latin typeface="+mj-lt"/>
              </a:rPr>
              <a:t>nference 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1285837-207D-D807-9538-39CCCE340FAE}"/>
              </a:ext>
            </a:extLst>
          </p:cNvPr>
          <p:cNvSpPr txBox="1"/>
          <p:nvPr/>
        </p:nvSpPr>
        <p:spPr>
          <a:xfrm>
            <a:off x="4544701" y="3851683"/>
            <a:ext cx="467590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AU" sz="1600" i="1" dirty="0">
                <a:solidFill>
                  <a:srgbClr val="FF0000"/>
                </a:solidFill>
                <a:effectLst/>
                <a:latin typeface="-apple-system"/>
              </a:rPr>
              <a:t>“A good example is the best sermon”</a:t>
            </a:r>
          </a:p>
          <a:p>
            <a:pPr algn="l"/>
            <a:r>
              <a:rPr lang="en-AU" sz="1600" b="0" i="0" dirty="0">
                <a:solidFill>
                  <a:srgbClr val="FF0000"/>
                </a:solidFill>
                <a:effectLst/>
                <a:latin typeface="-apple-system"/>
              </a:rPr>
              <a:t>                             	 – Benjamin Franklin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C3870D-6114-7882-D7B7-3F06A38D19CE}"/>
              </a:ext>
            </a:extLst>
          </p:cNvPr>
          <p:cNvSpPr txBox="1"/>
          <p:nvPr/>
        </p:nvSpPr>
        <p:spPr>
          <a:xfrm>
            <a:off x="4355976" y="1238545"/>
            <a:ext cx="4675908" cy="1231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AU" sz="1600" i="1" dirty="0">
                <a:solidFill>
                  <a:srgbClr val="222832"/>
                </a:solidFill>
                <a:effectLst/>
                <a:latin typeface="-apple-system"/>
              </a:rPr>
              <a:t>Vision</a:t>
            </a:r>
          </a:p>
          <a:p>
            <a:r>
              <a:rPr lang="en-AU" sz="1400" dirty="0" err="1">
                <a:effectLst/>
                <a:latin typeface="HelveticaNeue" panose="02000503000000020004" pitchFamily="2" charset="0"/>
              </a:rPr>
              <a:t>CoFI</a:t>
            </a:r>
            <a:r>
              <a:rPr lang="en-AU" sz="1400" dirty="0">
                <a:effectLst/>
                <a:latin typeface="HelveticaNeue" panose="02000503000000020004" pitchFamily="2" charset="0"/>
              </a:rPr>
              <a:t> provides industry, academia and government with a software platform underpinning research, training, and services in the application of inference methods to data.</a:t>
            </a:r>
            <a:endParaRPr lang="en-AU" sz="1400" dirty="0">
              <a:effectLst/>
            </a:endParaRPr>
          </a:p>
          <a:p>
            <a:pPr algn="l"/>
            <a:endParaRPr lang="en-AU" sz="1600" b="0" i="0" dirty="0">
              <a:solidFill>
                <a:srgbClr val="222832"/>
              </a:solidFill>
              <a:effectLst/>
              <a:latin typeface="-apple-system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BE4DB03-7CDA-7D95-F26C-809EEDF494EB}"/>
              </a:ext>
            </a:extLst>
          </p:cNvPr>
          <p:cNvSpPr txBox="1"/>
          <p:nvPr/>
        </p:nvSpPr>
        <p:spPr>
          <a:xfrm>
            <a:off x="4337308" y="2469651"/>
            <a:ext cx="467590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AU" sz="1400" i="1" dirty="0">
                <a:solidFill>
                  <a:srgbClr val="222832"/>
                </a:solidFill>
                <a:latin typeface="-apple-system"/>
              </a:rPr>
              <a:t>Lower barriers in access to leading edge approaches 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AU" sz="1400" i="1" dirty="0">
              <a:solidFill>
                <a:srgbClr val="222832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AU" sz="1400" i="1" dirty="0">
                <a:solidFill>
                  <a:srgbClr val="222832"/>
                </a:solidFill>
                <a:effectLst/>
                <a:latin typeface="-apple-system"/>
              </a:rPr>
              <a:t>Reduce time in application of inference methods to data</a:t>
            </a:r>
            <a:br>
              <a:rPr lang="en-AU" sz="1400" i="1" dirty="0">
                <a:solidFill>
                  <a:srgbClr val="222832"/>
                </a:solidFill>
                <a:latin typeface="-apple-system"/>
              </a:rPr>
            </a:br>
            <a:endParaRPr lang="en-AU" sz="1400" i="1" dirty="0">
              <a:solidFill>
                <a:srgbClr val="222832"/>
              </a:solidFill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AU" sz="1400" i="1" dirty="0">
                <a:solidFill>
                  <a:srgbClr val="222832"/>
                </a:solidFill>
                <a:effectLst/>
                <a:latin typeface="-apple-system"/>
              </a:rPr>
              <a:t>Interactive education environment for training in inversion</a:t>
            </a:r>
            <a:endParaRPr lang="en-AU" sz="1400" dirty="0">
              <a:effectLst/>
            </a:endParaRPr>
          </a:p>
          <a:p>
            <a:pPr algn="l"/>
            <a:endParaRPr lang="en-AU" sz="1400" b="0" i="0" dirty="0">
              <a:solidFill>
                <a:srgbClr val="222832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3518295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73C9E8A2-92A8-360B-E6C2-527247882D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3840" y="4567244"/>
            <a:ext cx="1440160" cy="585431"/>
          </a:xfrm>
          <a:prstGeom prst="rect">
            <a:avLst/>
          </a:prstGeom>
        </p:spPr>
      </p:pic>
      <p:sp>
        <p:nvSpPr>
          <p:cNvPr id="2" name="Slide Number Placeholder 6">
            <a:extLst>
              <a:ext uri="{FF2B5EF4-FFF2-40B4-BE49-F238E27FC236}">
                <a16:creationId xmlns:a16="http://schemas.microsoft.com/office/drawing/2014/main" id="{1ABF0DA7-211B-0231-9682-AC31D625A82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253577" y="4878250"/>
            <a:ext cx="288789" cy="95510"/>
          </a:xfrm>
        </p:spPr>
        <p:txBody>
          <a:bodyPr/>
          <a:lstStyle/>
          <a:p>
            <a:pPr algn="ctr"/>
            <a:fld id="{2ABE124A-B5C5-46E0-B944-45307B126769}" type="slidenum">
              <a:rPr lang="en-AU" smtClean="0"/>
              <a:pPr algn="ctr"/>
              <a:t>4</a:t>
            </a:fld>
            <a:r>
              <a:rPr lang="en-AU" dirty="0"/>
              <a:t>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2A585A-6EFD-84E3-63C9-BC9FD21AD61E}"/>
              </a:ext>
            </a:extLst>
          </p:cNvPr>
          <p:cNvSpPr txBox="1"/>
          <p:nvPr/>
        </p:nvSpPr>
        <p:spPr>
          <a:xfrm>
            <a:off x="253577" y="120341"/>
            <a:ext cx="58067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3600" dirty="0">
                <a:solidFill>
                  <a:schemeClr val="bg1">
                    <a:lumMod val="65000"/>
                  </a:schemeClr>
                </a:solidFill>
                <a:effectLst/>
                <a:latin typeface="+mj-lt"/>
              </a:rPr>
              <a:t>Two approaches to inversion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CB2E5C1-A34A-C58E-DFCA-CCFF262556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4413" y="3975609"/>
            <a:ext cx="2983880" cy="52217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7B44654-FD3B-9326-F4CD-6B30E81E3E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1341" y="3947275"/>
            <a:ext cx="2808312" cy="41845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99BDEB6-9E8C-D16B-1640-604C393B29BA}"/>
              </a:ext>
            </a:extLst>
          </p:cNvPr>
          <p:cNvSpPr txBox="1"/>
          <p:nvPr/>
        </p:nvSpPr>
        <p:spPr>
          <a:xfrm>
            <a:off x="5814387" y="3549190"/>
            <a:ext cx="20190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Sample a target pdf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F7805F4-52E0-A799-A9AD-4122D1C6277E}"/>
              </a:ext>
            </a:extLst>
          </p:cNvPr>
          <p:cNvSpPr txBox="1"/>
          <p:nvPr/>
        </p:nvSpPr>
        <p:spPr>
          <a:xfrm>
            <a:off x="1035308" y="3641056"/>
            <a:ext cx="32219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Optimisation</a:t>
            </a:r>
            <a:r>
              <a:rPr lang="en-US" dirty="0"/>
              <a:t> of a misfit function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DB6B304-A699-91B6-6EAE-C30600E2A479}"/>
              </a:ext>
            </a:extLst>
          </p:cNvPr>
          <p:cNvSpPr txBox="1"/>
          <p:nvPr/>
        </p:nvSpPr>
        <p:spPr>
          <a:xfrm rot="16200000">
            <a:off x="-75693" y="1875973"/>
            <a:ext cx="22152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Parameter estimation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C56B235-55BB-BAC6-9E43-3058CF88DDCB}"/>
              </a:ext>
            </a:extLst>
          </p:cNvPr>
          <p:cNvSpPr txBox="1"/>
          <p:nvPr/>
        </p:nvSpPr>
        <p:spPr>
          <a:xfrm rot="16200000">
            <a:off x="4024218" y="2050115"/>
            <a:ext cx="21038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   Ensemble method</a:t>
            </a:r>
          </a:p>
        </p:txBody>
      </p:sp>
      <p:pic>
        <p:nvPicPr>
          <p:cNvPr id="5" name="Picture 4" descr="A chart with numbers and symbols&#10;&#10;AI-generated content may be incorrect.">
            <a:extLst>
              <a:ext uri="{FF2B5EF4-FFF2-40B4-BE49-F238E27FC236}">
                <a16:creationId xmlns:a16="http://schemas.microsoft.com/office/drawing/2014/main" id="{BB36E420-3976-337E-D5C8-F4956BC7066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198" y="798923"/>
            <a:ext cx="2932663" cy="2932663"/>
          </a:xfrm>
          <a:prstGeom prst="rect">
            <a:avLst/>
          </a:prstGeom>
        </p:spPr>
      </p:pic>
      <p:pic>
        <p:nvPicPr>
          <p:cNvPr id="6" name="Picture 5" descr="A green and yellow square with red dots&#10;&#10;AI-generated content may be incorrect.">
            <a:extLst>
              <a:ext uri="{FF2B5EF4-FFF2-40B4-BE49-F238E27FC236}">
                <a16:creationId xmlns:a16="http://schemas.microsoft.com/office/drawing/2014/main" id="{38F37DBB-69E6-59C1-D4D2-88C8783D040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4087" y="588168"/>
            <a:ext cx="2919614" cy="2919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66438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892D53ED-7C32-1F19-5E5D-162D4397E7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1806" y="2605950"/>
            <a:ext cx="2239241" cy="1189935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61AA69A6-7EC3-C877-7373-53802334B8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Exploration is about possibilities</a:t>
            </a:r>
          </a:p>
        </p:txBody>
      </p:sp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8BA4328F-D2AB-9AB0-0E23-87CBFFD41CD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253577" y="4878250"/>
            <a:ext cx="288789" cy="95510"/>
          </a:xfrm>
        </p:spPr>
        <p:txBody>
          <a:bodyPr/>
          <a:lstStyle/>
          <a:p>
            <a:pPr algn="ctr"/>
            <a:fld id="{2ABE124A-B5C5-46E0-B944-45307B126769}" type="slidenum">
              <a:rPr lang="en-AU" smtClean="0"/>
              <a:pPr algn="ctr"/>
              <a:t>5</a:t>
            </a:fld>
            <a:r>
              <a:rPr lang="en-AU" dirty="0"/>
              <a:t> </a:t>
            </a:r>
          </a:p>
        </p:txBody>
      </p:sp>
      <p:pic>
        <p:nvPicPr>
          <p:cNvPr id="12" name="Picture 11" descr="A diagram of a model&#10;&#10;Description automatically generated">
            <a:extLst>
              <a:ext uri="{FF2B5EF4-FFF2-40B4-BE49-F238E27FC236}">
                <a16:creationId xmlns:a16="http://schemas.microsoft.com/office/drawing/2014/main" id="{F48165F2-18C9-74CF-1D08-130A75787D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134" y="2934272"/>
            <a:ext cx="2175627" cy="1189935"/>
          </a:xfrm>
          <a:prstGeom prst="rect">
            <a:avLst/>
          </a:prstGeom>
        </p:spPr>
      </p:pic>
      <p:pic>
        <p:nvPicPr>
          <p:cNvPr id="13" name="Picture 12" descr="A yellow and green triangle pattern&#10;&#10;Description automatically generated with medium confidence">
            <a:extLst>
              <a:ext uri="{FF2B5EF4-FFF2-40B4-BE49-F238E27FC236}">
                <a16:creationId xmlns:a16="http://schemas.microsoft.com/office/drawing/2014/main" id="{528557AE-2045-21EC-2CB0-480AF021B6B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84184" y="2605951"/>
            <a:ext cx="2425115" cy="118993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1F80066-DAA1-6830-D202-F58E2678B9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3967" y="1492599"/>
            <a:ext cx="696492" cy="215704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EB44A29-1657-188E-EE91-380F2ED8AF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97824" y="1331142"/>
            <a:ext cx="2416098" cy="125933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3495ED6-AF97-D610-17E2-F9317D69745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3489" y="970420"/>
            <a:ext cx="2085403" cy="153724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17A0EC05-DB6A-DC02-B4B5-43910CE3878A}"/>
              </a:ext>
            </a:extLst>
          </p:cNvPr>
          <p:cNvSpPr txBox="1"/>
          <p:nvPr/>
        </p:nvSpPr>
        <p:spPr>
          <a:xfrm>
            <a:off x="7107472" y="1839605"/>
            <a:ext cx="85472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Newton step</a:t>
            </a:r>
          </a:p>
        </p:txBody>
      </p:sp>
      <p:sp>
        <p:nvSpPr>
          <p:cNvPr id="19" name="Title 2">
            <a:extLst>
              <a:ext uri="{FF2B5EF4-FFF2-40B4-BE49-F238E27FC236}">
                <a16:creationId xmlns:a16="http://schemas.microsoft.com/office/drawing/2014/main" id="{25E0A660-E5C3-C23D-9107-70E14432616B}"/>
              </a:ext>
            </a:extLst>
          </p:cNvPr>
          <p:cNvSpPr txBox="1">
            <a:spLocks/>
          </p:cNvSpPr>
          <p:nvPr/>
        </p:nvSpPr>
        <p:spPr>
          <a:xfrm>
            <a:off x="3991122" y="1093969"/>
            <a:ext cx="5629502" cy="34494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b="0" kern="1200">
                <a:solidFill>
                  <a:schemeClr val="accent3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600" b="1" dirty="0" err="1"/>
              <a:t>CoFI</a:t>
            </a:r>
            <a:r>
              <a:rPr lang="en-US" sz="1600" b="1" dirty="0"/>
              <a:t> - Co</a:t>
            </a:r>
            <a:r>
              <a:rPr lang="en-US" sz="1600" dirty="0"/>
              <a:t>mmon </a:t>
            </a:r>
            <a:r>
              <a:rPr lang="en-US" sz="1600" b="1" dirty="0"/>
              <a:t>F</a:t>
            </a:r>
            <a:r>
              <a:rPr lang="en-US" sz="1600" dirty="0"/>
              <a:t>ramework for </a:t>
            </a:r>
            <a:r>
              <a:rPr lang="en-US" sz="1600" b="1" dirty="0"/>
              <a:t>I</a:t>
            </a:r>
            <a:r>
              <a:rPr lang="en-US" sz="1600" dirty="0"/>
              <a:t>nference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77B3F0-39DE-3C6A-1E32-F22043DE0AA7}"/>
              </a:ext>
            </a:extLst>
          </p:cNvPr>
          <p:cNvSpPr txBox="1"/>
          <p:nvPr/>
        </p:nvSpPr>
        <p:spPr>
          <a:xfrm>
            <a:off x="7053947" y="3020225"/>
            <a:ext cx="78579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trust-</a:t>
            </a:r>
            <a:r>
              <a:rPr lang="en-US" sz="1000" dirty="0" err="1"/>
              <a:t>kyrlov</a:t>
            </a:r>
            <a:endParaRPr 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646DD53-749A-2956-D063-4AB22B930078}"/>
              </a:ext>
            </a:extLst>
          </p:cNvPr>
          <p:cNvSpPr txBox="1"/>
          <p:nvPr/>
        </p:nvSpPr>
        <p:spPr>
          <a:xfrm>
            <a:off x="4805035" y="3074064"/>
            <a:ext cx="55816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/>
              <a:t>RAdam</a:t>
            </a:r>
            <a:endParaRPr lang="en-US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A5D70BB-C889-AD27-EA5A-A19AEB29203A}"/>
              </a:ext>
            </a:extLst>
          </p:cNvPr>
          <p:cNvSpPr txBox="1"/>
          <p:nvPr/>
        </p:nvSpPr>
        <p:spPr>
          <a:xfrm>
            <a:off x="411269" y="2640578"/>
            <a:ext cx="25153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Electrical resistivity tomography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5F8AAAFA-D657-6BEF-9786-4428FE8EAC19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r="5022"/>
          <a:stretch/>
        </p:blipFill>
        <p:spPr>
          <a:xfrm>
            <a:off x="3092491" y="1387697"/>
            <a:ext cx="2371844" cy="1142912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13D89187-5338-D339-E64B-3AFEEF2398F6}"/>
              </a:ext>
            </a:extLst>
          </p:cNvPr>
          <p:cNvSpPr txBox="1"/>
          <p:nvPr/>
        </p:nvSpPr>
        <p:spPr>
          <a:xfrm>
            <a:off x="4858735" y="1809025"/>
            <a:ext cx="53412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dogleg</a:t>
            </a:r>
          </a:p>
        </p:txBody>
      </p:sp>
      <p:pic>
        <p:nvPicPr>
          <p:cNvPr id="5" name="Picture 4" descr="A qr code with a black and white background&#10;&#10;Description automatically generated">
            <a:extLst>
              <a:ext uri="{FF2B5EF4-FFF2-40B4-BE49-F238E27FC236}">
                <a16:creationId xmlns:a16="http://schemas.microsoft.com/office/drawing/2014/main" id="{150FC434-D2E0-C665-C13F-D08ABDAA9F1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6074" y="1954"/>
            <a:ext cx="559971" cy="559971"/>
          </a:xfrm>
          <a:prstGeom prst="rect">
            <a:avLst/>
          </a:prstGeo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0F46EAA8-C7E9-0493-3D20-4E9672DBF1E6}"/>
              </a:ext>
            </a:extLst>
          </p:cNvPr>
          <p:cNvSpPr txBox="1">
            <a:spLocks/>
          </p:cNvSpPr>
          <p:nvPr/>
        </p:nvSpPr>
        <p:spPr>
          <a:xfrm>
            <a:off x="3565295" y="4026607"/>
            <a:ext cx="5629502" cy="34494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b="0" kern="1200">
                <a:solidFill>
                  <a:schemeClr val="accent3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600" dirty="0"/>
              <a:t>and so is finding an inference method using </a:t>
            </a:r>
            <a:r>
              <a:rPr lang="en-US" sz="1600" dirty="0" err="1"/>
              <a:t>CoFI</a:t>
            </a:r>
            <a:r>
              <a:rPr lang="en-US" sz="1600" dirty="0"/>
              <a:t>…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0085F1A-1839-4BDD-05B4-A92C0D27BCE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03840" y="4567244"/>
            <a:ext cx="1440160" cy="585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9612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AU" dirty="0"/>
              <a:t>Momentum based optimizers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9E9D4A-4255-9A9A-4DBC-F197C3DBD8BA}"/>
              </a:ext>
            </a:extLst>
          </p:cNvPr>
          <p:cNvSpPr txBox="1"/>
          <p:nvPr/>
        </p:nvSpPr>
        <p:spPr>
          <a:xfrm>
            <a:off x="525392" y="1246197"/>
            <a:ext cx="4262632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Vanilla iterative non-linear optimizers </a:t>
            </a:r>
          </a:p>
          <a:p>
            <a:r>
              <a:rPr lang="en-US" dirty="0"/>
              <a:t>only consider the objective function at </a:t>
            </a:r>
          </a:p>
          <a:p>
            <a:r>
              <a:rPr lang="en-US" dirty="0"/>
              <a:t>the current location</a:t>
            </a:r>
          </a:p>
          <a:p>
            <a:endParaRPr lang="en-US" dirty="0"/>
          </a:p>
          <a:p>
            <a:r>
              <a:rPr lang="en-US" dirty="0"/>
              <a:t>Machine learning methods are frequently applied to noisy data</a:t>
            </a:r>
          </a:p>
          <a:p>
            <a:endParaRPr lang="en-US" dirty="0"/>
          </a:p>
          <a:p>
            <a:r>
              <a:rPr lang="en-AU" dirty="0"/>
              <a:t>Build inertia into the search direction to overcome local minima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12CBBA9-FAE4-87CF-5EDE-3950B77E29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519" y="4039681"/>
            <a:ext cx="4390256" cy="342415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4E375606-C00A-D8DA-B913-944DEC9BC8F4}"/>
              </a:ext>
            </a:extLst>
          </p:cNvPr>
          <p:cNvSpPr txBox="1"/>
          <p:nvPr/>
        </p:nvSpPr>
        <p:spPr>
          <a:xfrm>
            <a:off x="467357" y="4432456"/>
            <a:ext cx="323575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https://</a:t>
            </a:r>
            <a:r>
              <a:rPr lang="en-US" sz="800" dirty="0" err="1"/>
              <a:t>pytorch.org</a:t>
            </a:r>
            <a:r>
              <a:rPr lang="en-US" sz="800" dirty="0"/>
              <a:t>/docs/stable/generated/</a:t>
            </a:r>
            <a:r>
              <a:rPr lang="en-US" sz="800" dirty="0" err="1"/>
              <a:t>torch.optim.RAdam.html</a:t>
            </a:r>
            <a:endParaRPr lang="en-US" sz="800" dirty="0"/>
          </a:p>
        </p:txBody>
      </p:sp>
      <p:pic>
        <p:nvPicPr>
          <p:cNvPr id="26" name="Picture 25" descr="A diagram of a model&#10;&#10;Description automatically generated">
            <a:extLst>
              <a:ext uri="{FF2B5EF4-FFF2-40B4-BE49-F238E27FC236}">
                <a16:creationId xmlns:a16="http://schemas.microsoft.com/office/drawing/2014/main" id="{1B4892B6-00BA-B06A-4F62-B48DE11AEBC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5562" y="721372"/>
            <a:ext cx="2175627" cy="1189935"/>
          </a:xfrm>
          <a:prstGeom prst="rect">
            <a:avLst/>
          </a:prstGeom>
        </p:spPr>
      </p:pic>
      <p:pic>
        <p:nvPicPr>
          <p:cNvPr id="30" name="Picture 29" descr="A yellow and green triangle pattern&#10;&#10;Description automatically generated with medium confidence">
            <a:extLst>
              <a:ext uri="{FF2B5EF4-FFF2-40B4-BE49-F238E27FC236}">
                <a16:creationId xmlns:a16="http://schemas.microsoft.com/office/drawing/2014/main" id="{C65A84F9-9EA6-746B-A274-016AEDF46F7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6671" y="3100775"/>
            <a:ext cx="2425115" cy="1189935"/>
          </a:xfrm>
          <a:prstGeom prst="rect">
            <a:avLst/>
          </a:prstGeom>
        </p:spPr>
      </p:pic>
      <p:pic>
        <p:nvPicPr>
          <p:cNvPr id="32" name="Picture 31" descr="A colorful triangle pattern with text&#10;&#10;Description automatically generated with medium confidence">
            <a:extLst>
              <a:ext uri="{FF2B5EF4-FFF2-40B4-BE49-F238E27FC236}">
                <a16:creationId xmlns:a16="http://schemas.microsoft.com/office/drawing/2014/main" id="{601E846A-A630-8D78-96DE-0B7EF669003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7937" y="1911307"/>
            <a:ext cx="2343252" cy="1176064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8F0F3974-4851-EEB5-5EFF-C4E55C12D48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10909" y="1163241"/>
            <a:ext cx="815398" cy="2525299"/>
          </a:xfrm>
          <a:prstGeom prst="rect">
            <a:avLst/>
          </a:prstGeom>
        </p:spPr>
      </p:pic>
      <p:pic>
        <p:nvPicPr>
          <p:cNvPr id="37" name="Picture 36" descr="A colorful triangle pattern with text&#10;&#10;Description automatically generated with medium confidence">
            <a:extLst>
              <a:ext uri="{FF2B5EF4-FFF2-40B4-BE49-F238E27FC236}">
                <a16:creationId xmlns:a16="http://schemas.microsoft.com/office/drawing/2014/main" id="{54A6A9A2-2986-2526-152B-E52137E2274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2278"/>
          <a:stretch/>
        </p:blipFill>
        <p:spPr>
          <a:xfrm>
            <a:off x="5802810" y="716399"/>
            <a:ext cx="180949" cy="1176064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8FB413FB-F200-4A1A-DBCB-61D15C8A8A0B}"/>
              </a:ext>
            </a:extLst>
          </p:cNvPr>
          <p:cNvSpPr txBox="1"/>
          <p:nvPr/>
        </p:nvSpPr>
        <p:spPr>
          <a:xfrm>
            <a:off x="7452320" y="3309558"/>
            <a:ext cx="59663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 err="1"/>
              <a:t>RAdam</a:t>
            </a:r>
            <a:endParaRPr lang="en-US" sz="11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1034FDB-E0AE-1A17-F00D-B1E93E3832A2}"/>
              </a:ext>
            </a:extLst>
          </p:cNvPr>
          <p:cNvSpPr txBox="1"/>
          <p:nvPr/>
        </p:nvSpPr>
        <p:spPr>
          <a:xfrm>
            <a:off x="7164288" y="2119777"/>
            <a:ext cx="437989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trust-</a:t>
            </a:r>
            <a:r>
              <a:rPr lang="en-US" sz="1100" dirty="0" err="1"/>
              <a:t>kyrlov</a:t>
            </a:r>
            <a:endParaRPr lang="en-US" sz="1100" dirty="0"/>
          </a:p>
        </p:txBody>
      </p:sp>
      <p:sp>
        <p:nvSpPr>
          <p:cNvPr id="2" name="Slide Number Placeholder 6">
            <a:extLst>
              <a:ext uri="{FF2B5EF4-FFF2-40B4-BE49-F238E27FC236}">
                <a16:creationId xmlns:a16="http://schemas.microsoft.com/office/drawing/2014/main" id="{A61BB72C-9AF7-6F3C-30D5-05BB521DBBF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253577" y="4878250"/>
            <a:ext cx="288789" cy="95510"/>
          </a:xfrm>
        </p:spPr>
        <p:txBody>
          <a:bodyPr/>
          <a:lstStyle/>
          <a:p>
            <a:pPr algn="ctr"/>
            <a:fld id="{2ABE124A-B5C5-46E0-B944-45307B126769}" type="slidenum">
              <a:rPr lang="en-AU" smtClean="0"/>
              <a:pPr algn="ctr"/>
              <a:t>6</a:t>
            </a:fld>
            <a:r>
              <a:rPr lang="en-AU" dirty="0"/>
              <a:t> </a:t>
            </a:r>
          </a:p>
        </p:txBody>
      </p:sp>
      <p:pic>
        <p:nvPicPr>
          <p:cNvPr id="7" name="Picture 6" descr="A qr code with a black and white background&#10;&#10;Description automatically generated">
            <a:extLst>
              <a:ext uri="{FF2B5EF4-FFF2-40B4-BE49-F238E27FC236}">
                <a16:creationId xmlns:a16="http://schemas.microsoft.com/office/drawing/2014/main" id="{DD551172-56B0-0A9E-3BB6-F819B04D117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4634" y="1"/>
            <a:ext cx="639366" cy="63936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FA4A6D6-9DFF-9779-1302-84651C35DB5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97999" y="3651308"/>
            <a:ext cx="643319" cy="24934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80BF68E-12EF-FCC1-6117-D10C77FBB1F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97999" y="2477433"/>
            <a:ext cx="712688" cy="29528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FEA0F20-320C-F15A-7C94-95EAB1A10C64}"/>
              </a:ext>
            </a:extLst>
          </p:cNvPr>
          <p:cNvPicPr>
            <a:picLocks noChangeAspect="1"/>
          </p:cNvPicPr>
          <p:nvPr/>
        </p:nvPicPr>
        <p:blipFill rotWithShape="1">
          <a:blip r:embed="rId11"/>
          <a:srcRect t="6250" b="8595"/>
          <a:stretch/>
        </p:blipFill>
        <p:spPr>
          <a:xfrm>
            <a:off x="5097998" y="1236534"/>
            <a:ext cx="643320" cy="21143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03F1520-EE1E-35FF-E300-37440B37F648}"/>
              </a:ext>
            </a:extLst>
          </p:cNvPr>
          <p:cNvPicPr>
            <a:picLocks noChangeAspect="1"/>
          </p:cNvPicPr>
          <p:nvPr/>
        </p:nvPicPr>
        <p:blipFill rotWithShape="1">
          <a:blip r:embed="rId11"/>
          <a:srcRect t="6250" b="8595"/>
          <a:stretch/>
        </p:blipFill>
        <p:spPr>
          <a:xfrm>
            <a:off x="5070557" y="2194585"/>
            <a:ext cx="643320" cy="21143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DB9213E7-2A11-8EBA-30B2-7A0B02EF5FB7}"/>
              </a:ext>
            </a:extLst>
          </p:cNvPr>
          <p:cNvPicPr>
            <a:picLocks noChangeAspect="1"/>
          </p:cNvPicPr>
          <p:nvPr/>
        </p:nvPicPr>
        <p:blipFill rotWithShape="1">
          <a:blip r:embed="rId11"/>
          <a:srcRect t="6250" b="8595"/>
          <a:stretch/>
        </p:blipFill>
        <p:spPr>
          <a:xfrm>
            <a:off x="5101577" y="3364102"/>
            <a:ext cx="643320" cy="21143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B8E65DE-E797-C448-5280-221C0737D0A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703840" y="4567244"/>
            <a:ext cx="1440160" cy="585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82185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31130-B04C-7FB2-3A6F-FB7B62273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E31BB15-C5D3-7922-E873-21CF98059A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</a:t>
            </a:r>
            <a:r>
              <a:rPr lang="en-US" dirty="0" err="1"/>
              <a:t>CoFI</a:t>
            </a:r>
            <a:r>
              <a:rPr lang="en-US" dirty="0"/>
              <a:t> explorer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747CBC4-FC3C-A36D-2A50-286FF5F152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568" y="987574"/>
            <a:ext cx="7905669" cy="209940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40B4E7E-0FA5-740A-13BE-EB709E4DBF7D}"/>
              </a:ext>
            </a:extLst>
          </p:cNvPr>
          <p:cNvSpPr txBox="1"/>
          <p:nvPr/>
        </p:nvSpPr>
        <p:spPr>
          <a:xfrm>
            <a:off x="575556" y="3556409"/>
            <a:ext cx="799288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Build on existing and emerging software packages</a:t>
            </a:r>
          </a:p>
          <a:p>
            <a:r>
              <a:rPr lang="en-US" b="1" dirty="0"/>
              <a:t>Example driven </a:t>
            </a:r>
            <a:r>
              <a:rPr lang="en-US" dirty="0"/>
              <a:t>– we only add a method if there is an example that needs it</a:t>
            </a:r>
          </a:p>
          <a:p>
            <a:r>
              <a:rPr lang="en-US" dirty="0"/>
              <a:t>Findable, accessible, interoperable and reusable software</a:t>
            </a:r>
          </a:p>
        </p:txBody>
      </p:sp>
      <p:pic>
        <p:nvPicPr>
          <p:cNvPr id="12" name="Picture 11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EC10D650-BB27-5809-25DC-0AE59A9977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20012" y="3799"/>
            <a:ext cx="540000" cy="5400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CBDE6E6-13B9-8776-4AC3-E6A183D2A19A}"/>
              </a:ext>
            </a:extLst>
          </p:cNvPr>
          <p:cNvSpPr txBox="1"/>
          <p:nvPr/>
        </p:nvSpPr>
        <p:spPr>
          <a:xfrm>
            <a:off x="6660232" y="3178214"/>
            <a:ext cx="234076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hlinkClick r:id="rId4"/>
              </a:rPr>
              <a:t>www.inlab.au/inlab-explorer </a:t>
            </a:r>
            <a:endParaRPr lang="en-US" sz="1100" dirty="0"/>
          </a:p>
        </p:txBody>
      </p:sp>
      <p:sp>
        <p:nvSpPr>
          <p:cNvPr id="2" name="Slide Number Placeholder 6">
            <a:extLst>
              <a:ext uri="{FF2B5EF4-FFF2-40B4-BE49-F238E27FC236}">
                <a16:creationId xmlns:a16="http://schemas.microsoft.com/office/drawing/2014/main" id="{8E622B4F-6F44-9847-1337-DCD1DEE81BF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253577" y="4878250"/>
            <a:ext cx="288789" cy="95510"/>
          </a:xfrm>
        </p:spPr>
        <p:txBody>
          <a:bodyPr/>
          <a:lstStyle/>
          <a:p>
            <a:pPr algn="ctr"/>
            <a:fld id="{2ABE124A-B5C5-46E0-B944-45307B126769}" type="slidenum">
              <a:rPr lang="en-AU" smtClean="0"/>
              <a:pPr algn="ctr"/>
              <a:t>7</a:t>
            </a:fld>
            <a:r>
              <a:rPr lang="en-AU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EA08C82-1A8B-6A69-0F17-9C84CE2599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3840" y="4567244"/>
            <a:ext cx="1440160" cy="585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47607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C811D-420F-7B31-B39C-BE572E037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Box 30">
            <a:extLst>
              <a:ext uri="{FF2B5EF4-FFF2-40B4-BE49-F238E27FC236}">
                <a16:creationId xmlns:a16="http://schemas.microsoft.com/office/drawing/2014/main" id="{0C2A1F25-6329-125D-713B-FC6830395D12}"/>
              </a:ext>
            </a:extLst>
          </p:cNvPr>
          <p:cNvSpPr txBox="1"/>
          <p:nvPr/>
        </p:nvSpPr>
        <p:spPr>
          <a:xfrm>
            <a:off x="1314721" y="3583456"/>
            <a:ext cx="3041255" cy="90518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5E564C2-652F-C812-3E10-034387E8D252}"/>
              </a:ext>
            </a:extLst>
          </p:cNvPr>
          <p:cNvSpPr txBox="1"/>
          <p:nvPr/>
        </p:nvSpPr>
        <p:spPr>
          <a:xfrm>
            <a:off x="3169651" y="1829792"/>
            <a:ext cx="2640949" cy="90518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3D898F-90C1-3BD4-B375-8D72098AAC3D}"/>
              </a:ext>
            </a:extLst>
          </p:cNvPr>
          <p:cNvSpPr txBox="1"/>
          <p:nvPr/>
        </p:nvSpPr>
        <p:spPr>
          <a:xfrm>
            <a:off x="179512" y="1053055"/>
            <a:ext cx="2880320" cy="116021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6A43A97-DB9D-B53B-EDE2-9F6C95AEB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Capturing an inverse problem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AB9574-4E87-8313-47E2-DF2E31BDEE65}"/>
              </a:ext>
            </a:extLst>
          </p:cNvPr>
          <p:cNvSpPr txBox="1"/>
          <p:nvPr/>
        </p:nvSpPr>
        <p:spPr>
          <a:xfrm>
            <a:off x="5895478" y="853912"/>
            <a:ext cx="312358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An inverse method needs to only access a subset of features of a forward problem</a:t>
            </a:r>
          </a:p>
          <a:p>
            <a:endParaRPr lang="en-US" dirty="0"/>
          </a:p>
          <a:p>
            <a:r>
              <a:rPr lang="en-US" dirty="0"/>
              <a:t>Capturing a rich set of examples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70A7B0A-DC1A-5FEA-F135-4A4330D34190}"/>
              </a:ext>
            </a:extLst>
          </p:cNvPr>
          <p:cNvSpPr txBox="1"/>
          <p:nvPr/>
        </p:nvSpPr>
        <p:spPr>
          <a:xfrm>
            <a:off x="1403648" y="3925935"/>
            <a:ext cx="2880320" cy="430887"/>
          </a:xfrm>
          <a:prstGeom prst="rect">
            <a:avLst/>
          </a:prstGeom>
          <a:solidFill>
            <a:srgbClr val="001D34"/>
          </a:solidFill>
        </p:spPr>
        <p:txBody>
          <a:bodyPr wrap="square">
            <a:spAutoFit/>
          </a:bodyPr>
          <a:lstStyle/>
          <a:p>
            <a:r>
              <a:rPr lang="en-AU" sz="1100" dirty="0">
                <a:solidFill>
                  <a:schemeClr val="bg1"/>
                </a:solidFill>
                <a:effectLst/>
              </a:rPr>
              <a:t>inv</a:t>
            </a:r>
            <a:r>
              <a:rPr lang="en-AU" sz="1100" dirty="0">
                <a:solidFill>
                  <a:schemeClr val="bg1"/>
                </a:solidFill>
              </a:rPr>
              <a:t> </a:t>
            </a:r>
            <a:r>
              <a:rPr lang="en-AU" sz="1100" dirty="0">
                <a:solidFill>
                  <a:schemeClr val="bg1"/>
                </a:solidFill>
                <a:effectLst/>
              </a:rPr>
              <a:t>=</a:t>
            </a:r>
            <a:r>
              <a:rPr lang="en-AU" sz="1100" dirty="0">
                <a:solidFill>
                  <a:schemeClr val="bg1"/>
                </a:solidFill>
              </a:rPr>
              <a:t> </a:t>
            </a:r>
            <a:r>
              <a:rPr lang="en-AU" sz="1100" dirty="0">
                <a:solidFill>
                  <a:schemeClr val="bg1"/>
                </a:solidFill>
                <a:effectLst/>
              </a:rPr>
              <a:t>Inversion(</a:t>
            </a:r>
            <a:r>
              <a:rPr lang="en-AU" sz="1100" dirty="0" err="1">
                <a:solidFill>
                  <a:schemeClr val="bg1"/>
                </a:solidFill>
                <a:effectLst/>
              </a:rPr>
              <a:t>inv_problem</a:t>
            </a:r>
            <a:r>
              <a:rPr lang="en-AU" sz="1100" dirty="0">
                <a:solidFill>
                  <a:schemeClr val="bg1"/>
                </a:solidFill>
                <a:effectLst/>
              </a:rPr>
              <a:t>,</a:t>
            </a:r>
            <a:r>
              <a:rPr lang="en-AU" sz="1100" dirty="0">
                <a:solidFill>
                  <a:schemeClr val="bg1"/>
                </a:solidFill>
              </a:rPr>
              <a:t> </a:t>
            </a:r>
            <a:r>
              <a:rPr lang="en-AU" sz="1100" dirty="0" err="1">
                <a:solidFill>
                  <a:schemeClr val="bg1"/>
                </a:solidFill>
                <a:effectLst/>
              </a:rPr>
              <a:t>inv_options</a:t>
            </a:r>
            <a:r>
              <a:rPr lang="en-AU" sz="1100" dirty="0">
                <a:solidFill>
                  <a:schemeClr val="bg1"/>
                </a:solidFill>
                <a:effectLst/>
              </a:rPr>
              <a:t>)</a:t>
            </a:r>
            <a:r>
              <a:rPr lang="en-AU" sz="1100" dirty="0">
                <a:solidFill>
                  <a:schemeClr val="bg1"/>
                </a:solidFill>
              </a:rPr>
              <a:t> </a:t>
            </a:r>
          </a:p>
          <a:p>
            <a:r>
              <a:rPr lang="en-AU" sz="1100" dirty="0">
                <a:solidFill>
                  <a:schemeClr val="bg1"/>
                </a:solidFill>
                <a:effectLst/>
              </a:rPr>
              <a:t>result</a:t>
            </a:r>
            <a:r>
              <a:rPr lang="en-AU" sz="1100" dirty="0">
                <a:solidFill>
                  <a:schemeClr val="bg1"/>
                </a:solidFill>
              </a:rPr>
              <a:t> </a:t>
            </a:r>
            <a:r>
              <a:rPr lang="en-AU" sz="1100" dirty="0">
                <a:solidFill>
                  <a:schemeClr val="bg1"/>
                </a:solidFill>
                <a:effectLst/>
              </a:rPr>
              <a:t>=</a:t>
            </a:r>
            <a:r>
              <a:rPr lang="en-AU" sz="1100" dirty="0">
                <a:solidFill>
                  <a:schemeClr val="bg1"/>
                </a:solidFill>
              </a:rPr>
              <a:t> </a:t>
            </a:r>
            <a:r>
              <a:rPr lang="en-AU" sz="1100" dirty="0" err="1">
                <a:solidFill>
                  <a:schemeClr val="bg1"/>
                </a:solidFill>
                <a:effectLst/>
              </a:rPr>
              <a:t>inv.run</a:t>
            </a:r>
            <a:r>
              <a:rPr lang="en-AU" sz="1100" dirty="0">
                <a:solidFill>
                  <a:schemeClr val="bg1"/>
                </a:solidFill>
                <a:effectLst/>
              </a:rPr>
              <a:t>()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678816A-22C3-94F4-6F6C-9D6BA58ED4B9}"/>
              </a:ext>
            </a:extLst>
          </p:cNvPr>
          <p:cNvSpPr txBox="1"/>
          <p:nvPr/>
        </p:nvSpPr>
        <p:spPr>
          <a:xfrm>
            <a:off x="265002" y="1389007"/>
            <a:ext cx="2685622" cy="769441"/>
          </a:xfrm>
          <a:prstGeom prst="rect">
            <a:avLst/>
          </a:prstGeom>
          <a:solidFill>
            <a:srgbClr val="001D34"/>
          </a:solidFill>
        </p:spPr>
        <p:txBody>
          <a:bodyPr wrap="square">
            <a:spAutoFit/>
          </a:bodyPr>
          <a:lstStyle/>
          <a:p>
            <a:r>
              <a:rPr lang="en-AU" sz="1100" dirty="0" err="1">
                <a:solidFill>
                  <a:schemeClr val="bg1"/>
                </a:solidFill>
                <a:effectLst/>
              </a:rPr>
              <a:t>inv_problem</a:t>
            </a:r>
            <a:r>
              <a:rPr lang="en-AU" sz="1100" dirty="0">
                <a:solidFill>
                  <a:schemeClr val="bg1"/>
                </a:solidFill>
              </a:rPr>
              <a:t> </a:t>
            </a:r>
            <a:r>
              <a:rPr lang="en-AU" sz="1100" dirty="0">
                <a:solidFill>
                  <a:schemeClr val="bg1"/>
                </a:solidFill>
                <a:effectLst/>
              </a:rPr>
              <a:t>=</a:t>
            </a:r>
            <a:r>
              <a:rPr lang="en-AU" sz="1100" dirty="0">
                <a:solidFill>
                  <a:schemeClr val="bg1"/>
                </a:solidFill>
              </a:rPr>
              <a:t> </a:t>
            </a:r>
            <a:r>
              <a:rPr lang="en-AU" sz="1100" dirty="0" err="1">
                <a:solidFill>
                  <a:schemeClr val="bg1"/>
                </a:solidFill>
                <a:effectLst/>
              </a:rPr>
              <a:t>BaseProblem</a:t>
            </a:r>
            <a:r>
              <a:rPr lang="en-AU" sz="1100" dirty="0">
                <a:solidFill>
                  <a:schemeClr val="bg1"/>
                </a:solidFill>
                <a:effectLst/>
              </a:rPr>
              <a:t>()</a:t>
            </a:r>
            <a:r>
              <a:rPr lang="en-AU" sz="1100" dirty="0">
                <a:solidFill>
                  <a:schemeClr val="bg1"/>
                </a:solidFill>
              </a:rPr>
              <a:t> </a:t>
            </a:r>
          </a:p>
          <a:p>
            <a:r>
              <a:rPr lang="en-AU" sz="1100" dirty="0" err="1">
                <a:solidFill>
                  <a:schemeClr val="bg1"/>
                </a:solidFill>
                <a:effectLst/>
              </a:rPr>
              <a:t>inv_problem.set_objective</a:t>
            </a:r>
            <a:r>
              <a:rPr lang="en-AU" sz="1100" dirty="0">
                <a:solidFill>
                  <a:schemeClr val="bg1"/>
                </a:solidFill>
                <a:effectLst/>
              </a:rPr>
              <a:t>( </a:t>
            </a:r>
            <a:r>
              <a:rPr lang="en-AU" sz="1100" dirty="0">
                <a:solidFill>
                  <a:srgbClr val="FF0000"/>
                </a:solidFill>
                <a:effectLst/>
              </a:rPr>
              <a:t>DEFINE ME</a:t>
            </a:r>
            <a:r>
              <a:rPr lang="en-AU" sz="1100" dirty="0">
                <a:solidFill>
                  <a:schemeClr val="bg1"/>
                </a:solidFill>
                <a:effectLst/>
              </a:rPr>
              <a:t>)</a:t>
            </a:r>
            <a:r>
              <a:rPr lang="en-AU" sz="1100" dirty="0">
                <a:solidFill>
                  <a:schemeClr val="bg1"/>
                </a:solidFill>
              </a:rPr>
              <a:t> </a:t>
            </a:r>
          </a:p>
          <a:p>
            <a:r>
              <a:rPr lang="en-AU" sz="1100" dirty="0" err="1">
                <a:solidFill>
                  <a:schemeClr val="bg1"/>
                </a:solidFill>
                <a:effectLst/>
              </a:rPr>
              <a:t>inv_problem.set_jacobian</a:t>
            </a:r>
            <a:r>
              <a:rPr lang="en-AU" sz="1100" dirty="0">
                <a:solidFill>
                  <a:schemeClr val="bg1"/>
                </a:solidFill>
                <a:effectLst/>
              </a:rPr>
              <a:t>(</a:t>
            </a:r>
            <a:r>
              <a:rPr lang="en-AU" sz="1100" dirty="0">
                <a:solidFill>
                  <a:srgbClr val="FF0000"/>
                </a:solidFill>
                <a:effectLst/>
              </a:rPr>
              <a:t>DEFINE ME</a:t>
            </a:r>
            <a:r>
              <a:rPr lang="en-AU" sz="1100" dirty="0">
                <a:solidFill>
                  <a:schemeClr val="bg1"/>
                </a:solidFill>
                <a:effectLst/>
              </a:rPr>
              <a:t>)</a:t>
            </a:r>
            <a:r>
              <a:rPr lang="en-AU" sz="1100" dirty="0">
                <a:solidFill>
                  <a:schemeClr val="bg1"/>
                </a:solidFill>
              </a:rPr>
              <a:t> </a:t>
            </a:r>
          </a:p>
          <a:p>
            <a:r>
              <a:rPr lang="en-AU" sz="1100" dirty="0" err="1">
                <a:solidFill>
                  <a:schemeClr val="bg1"/>
                </a:solidFill>
                <a:effectLst/>
              </a:rPr>
              <a:t>inv_problem.set_initial_model</a:t>
            </a:r>
            <a:r>
              <a:rPr lang="en-AU" sz="1100" dirty="0">
                <a:solidFill>
                  <a:schemeClr val="bg1"/>
                </a:solidFill>
                <a:effectLst/>
              </a:rPr>
              <a:t>(</a:t>
            </a:r>
            <a:r>
              <a:rPr lang="en-AU" sz="1100" dirty="0">
                <a:solidFill>
                  <a:srgbClr val="FF0000"/>
                </a:solidFill>
                <a:effectLst/>
              </a:rPr>
              <a:t>DEFINE ME</a:t>
            </a:r>
            <a:r>
              <a:rPr lang="en-AU" sz="1100" dirty="0">
                <a:solidFill>
                  <a:schemeClr val="bg1"/>
                </a:solidFill>
                <a:effectLst/>
              </a:rPr>
              <a:t>)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5CBAA41-E2E4-31C5-8FF2-26B876473B8E}"/>
              </a:ext>
            </a:extLst>
          </p:cNvPr>
          <p:cNvSpPr txBox="1"/>
          <p:nvPr/>
        </p:nvSpPr>
        <p:spPr>
          <a:xfrm>
            <a:off x="3252592" y="2223989"/>
            <a:ext cx="2492134" cy="430887"/>
          </a:xfrm>
          <a:prstGeom prst="rect">
            <a:avLst/>
          </a:prstGeom>
          <a:solidFill>
            <a:srgbClr val="001D34"/>
          </a:solidFill>
        </p:spPr>
        <p:txBody>
          <a:bodyPr wrap="square">
            <a:spAutoFit/>
          </a:bodyPr>
          <a:lstStyle/>
          <a:p>
            <a:r>
              <a:rPr lang="en-AU" sz="1100" dirty="0" err="1">
                <a:solidFill>
                  <a:schemeClr val="bg1"/>
                </a:solidFill>
                <a:effectLst/>
              </a:rPr>
              <a:t>inv_options</a:t>
            </a:r>
            <a:r>
              <a:rPr lang="en-AU" sz="1100" dirty="0">
                <a:solidFill>
                  <a:schemeClr val="bg1"/>
                </a:solidFill>
              </a:rPr>
              <a:t> </a:t>
            </a:r>
            <a:r>
              <a:rPr lang="en-AU" sz="1100" dirty="0">
                <a:solidFill>
                  <a:schemeClr val="bg1"/>
                </a:solidFill>
                <a:effectLst/>
              </a:rPr>
              <a:t>=</a:t>
            </a:r>
            <a:r>
              <a:rPr lang="en-AU" sz="1100" dirty="0">
                <a:solidFill>
                  <a:schemeClr val="bg1"/>
                </a:solidFill>
              </a:rPr>
              <a:t> </a:t>
            </a:r>
            <a:r>
              <a:rPr lang="en-AU" sz="1100" dirty="0" err="1">
                <a:solidFill>
                  <a:schemeClr val="bg1"/>
                </a:solidFill>
                <a:effectLst/>
              </a:rPr>
              <a:t>InversionOptions</a:t>
            </a:r>
            <a:r>
              <a:rPr lang="en-AU" sz="1100" dirty="0">
                <a:solidFill>
                  <a:schemeClr val="bg1"/>
                </a:solidFill>
                <a:effectLst/>
              </a:rPr>
              <a:t>()</a:t>
            </a:r>
            <a:r>
              <a:rPr lang="en-AU" sz="1100" dirty="0">
                <a:solidFill>
                  <a:schemeClr val="bg1"/>
                </a:solidFill>
              </a:rPr>
              <a:t> </a:t>
            </a:r>
          </a:p>
          <a:p>
            <a:r>
              <a:rPr lang="en-AU" sz="1100" dirty="0" err="1">
                <a:solidFill>
                  <a:schemeClr val="bg1"/>
                </a:solidFill>
                <a:effectLst/>
              </a:rPr>
              <a:t>inv_options.set_tool</a:t>
            </a:r>
            <a:r>
              <a:rPr lang="en-AU" sz="1100" dirty="0">
                <a:solidFill>
                  <a:schemeClr val="bg1"/>
                </a:solidFill>
                <a:effectLst/>
              </a:rPr>
              <a:t>("</a:t>
            </a:r>
            <a:r>
              <a:rPr lang="en-AU" sz="1100" dirty="0" err="1">
                <a:solidFill>
                  <a:srgbClr val="FF0000"/>
                </a:solidFill>
                <a:effectLst/>
              </a:rPr>
              <a:t>scipy.linalg.lstsq</a:t>
            </a:r>
            <a:r>
              <a:rPr lang="en-AU" sz="1100" dirty="0">
                <a:solidFill>
                  <a:schemeClr val="bg1"/>
                </a:solidFill>
                <a:effectLst/>
              </a:rPr>
              <a:t>")</a:t>
            </a:r>
            <a:endParaRPr lang="en-AU" sz="1100" dirty="0">
              <a:solidFill>
                <a:schemeClr val="bg1"/>
              </a:solidFill>
            </a:endParaRPr>
          </a:p>
        </p:txBody>
      </p:sp>
      <p:pic>
        <p:nvPicPr>
          <p:cNvPr id="17" name="Picture 16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242ED082-80E2-A8FC-FE31-71707287F4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20012" y="3799"/>
            <a:ext cx="540000" cy="540000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A9F5A56-0CF8-895A-4B8A-5685B0520163}"/>
              </a:ext>
            </a:extLst>
          </p:cNvPr>
          <p:cNvCxnSpPr>
            <a:cxnSpLocks/>
          </p:cNvCxnSpPr>
          <p:nvPr/>
        </p:nvCxnSpPr>
        <p:spPr>
          <a:xfrm>
            <a:off x="1547664" y="2230638"/>
            <a:ext cx="936104" cy="1348699"/>
          </a:xfrm>
          <a:prstGeom prst="straightConnector1">
            <a:avLst/>
          </a:prstGeom>
          <a:ln w="508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01EF57E-39AA-114C-E9C8-F7C956237335}"/>
              </a:ext>
            </a:extLst>
          </p:cNvPr>
          <p:cNvCxnSpPr>
            <a:cxnSpLocks/>
          </p:cNvCxnSpPr>
          <p:nvPr/>
        </p:nvCxnSpPr>
        <p:spPr>
          <a:xfrm flipH="1">
            <a:off x="3314819" y="2760748"/>
            <a:ext cx="924831" cy="818589"/>
          </a:xfrm>
          <a:prstGeom prst="straightConnector1">
            <a:avLst/>
          </a:prstGeom>
          <a:ln w="508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F6A103AA-37D4-F75C-25B2-D233D945F6B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253577" y="4878250"/>
            <a:ext cx="288789" cy="95510"/>
          </a:xfrm>
        </p:spPr>
        <p:txBody>
          <a:bodyPr/>
          <a:lstStyle/>
          <a:p>
            <a:pPr algn="ctr"/>
            <a:fld id="{2ABE124A-B5C5-46E0-B944-45307B126769}" type="slidenum">
              <a:rPr lang="en-AU" smtClean="0"/>
              <a:pPr algn="ctr"/>
              <a:t>8</a:t>
            </a:fld>
            <a:r>
              <a:rPr lang="en-AU" dirty="0"/>
              <a:t>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29AF45A-4075-E14D-92A7-C2C561737C10}"/>
              </a:ext>
            </a:extLst>
          </p:cNvPr>
          <p:cNvSpPr txBox="1"/>
          <p:nvPr/>
        </p:nvSpPr>
        <p:spPr>
          <a:xfrm>
            <a:off x="755576" y="1079590"/>
            <a:ext cx="14963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A9CE"/>
                </a:solidFill>
              </a:rPr>
              <a:t>Base Problem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3F5A95-D808-83B4-6345-99A684802C9F}"/>
              </a:ext>
            </a:extLst>
          </p:cNvPr>
          <p:cNvSpPr txBox="1"/>
          <p:nvPr/>
        </p:nvSpPr>
        <p:spPr>
          <a:xfrm>
            <a:off x="3565295" y="1861306"/>
            <a:ext cx="1866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A9CE"/>
                </a:solidFill>
              </a:rPr>
              <a:t>Inversion Options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C49169C-723C-C8CC-D48A-F9D2A2F7ACCC}"/>
              </a:ext>
            </a:extLst>
          </p:cNvPr>
          <p:cNvSpPr txBox="1"/>
          <p:nvPr/>
        </p:nvSpPr>
        <p:spPr>
          <a:xfrm>
            <a:off x="2322733" y="3553567"/>
            <a:ext cx="10613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A9CE"/>
                </a:solidFill>
              </a:rPr>
              <a:t>Inversion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B54A698-EF93-0776-B5DD-7CD48E698D79}"/>
              </a:ext>
            </a:extLst>
          </p:cNvPr>
          <p:cNvSpPr txBox="1"/>
          <p:nvPr/>
        </p:nvSpPr>
        <p:spPr>
          <a:xfrm>
            <a:off x="698807" y="2501246"/>
            <a:ext cx="100059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Jacobian</a:t>
            </a:r>
          </a:p>
          <a:p>
            <a:r>
              <a:rPr lang="en-US" sz="1100" dirty="0"/>
              <a:t>Residuals</a:t>
            </a:r>
          </a:p>
          <a:p>
            <a:r>
              <a:rPr lang="en-US" sz="1100" dirty="0"/>
              <a:t>Log Likelihood</a:t>
            </a:r>
          </a:p>
          <a:p>
            <a:r>
              <a:rPr lang="en-US" sz="1100" dirty="0"/>
              <a:t>…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AEEE85F-99B6-1F4B-5CC7-CF232F3D01F5}"/>
              </a:ext>
            </a:extLst>
          </p:cNvPr>
          <p:cNvSpPr txBox="1"/>
          <p:nvPr/>
        </p:nvSpPr>
        <p:spPr>
          <a:xfrm>
            <a:off x="4282750" y="2792698"/>
            <a:ext cx="138691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Proposal Strategy</a:t>
            </a:r>
          </a:p>
          <a:p>
            <a:r>
              <a:rPr lang="en-US" sz="1100" dirty="0"/>
              <a:t>Convergence Criteria</a:t>
            </a:r>
          </a:p>
          <a:p>
            <a:r>
              <a:rPr lang="en-US" sz="1100" dirty="0"/>
              <a:t>Number of iterations</a:t>
            </a:r>
          </a:p>
          <a:p>
            <a:r>
              <a:rPr lang="en-US" sz="1100" dirty="0"/>
              <a:t>…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E51642C-75D2-B98B-4E8C-88DF7F6FAD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3840" y="4567244"/>
            <a:ext cx="1440160" cy="585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84311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152F9D5-4DD4-4C14-CA23-C69AE8BC8B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Take home messages…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8A5A54-6307-CD92-7A45-DA892A10A40C}"/>
              </a:ext>
            </a:extLst>
          </p:cNvPr>
          <p:cNvSpPr txBox="1"/>
          <p:nvPr/>
        </p:nvSpPr>
        <p:spPr>
          <a:xfrm>
            <a:off x="251520" y="988516"/>
            <a:ext cx="4258129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What we hope you will take home today:</a:t>
            </a:r>
          </a:p>
          <a:p>
            <a:endParaRPr lang="en-US" dirty="0"/>
          </a:p>
          <a:p>
            <a:pPr lvl="1"/>
            <a:r>
              <a:rPr lang="en-US" dirty="0"/>
              <a:t>An understanding what </a:t>
            </a:r>
            <a:r>
              <a:rPr lang="en-US" dirty="0" err="1"/>
              <a:t>CoFI</a:t>
            </a:r>
            <a:r>
              <a:rPr lang="en-US" dirty="0"/>
              <a:t> can do.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Some familiarity with the design and philosophy of </a:t>
            </a:r>
            <a:r>
              <a:rPr lang="en-US" dirty="0" err="1"/>
              <a:t>CoFI</a:t>
            </a:r>
            <a:endParaRPr lang="en-US" dirty="0"/>
          </a:p>
          <a:p>
            <a:pPr lvl="1"/>
            <a:endParaRPr lang="en-US" dirty="0"/>
          </a:p>
          <a:p>
            <a:pPr lvl="1"/>
            <a:r>
              <a:rPr lang="en-AU" b="0" i="0" dirty="0">
                <a:solidFill>
                  <a:srgbClr val="1F1F1F"/>
                </a:solidFill>
                <a:effectLst/>
                <a:latin typeface="Google Sans"/>
              </a:rPr>
              <a:t>Cognizance of the avenues to engage with </a:t>
            </a:r>
            <a:r>
              <a:rPr lang="en-AU" b="0" i="0" dirty="0" err="1">
                <a:solidFill>
                  <a:srgbClr val="1F1F1F"/>
                </a:solidFill>
                <a:effectLst/>
                <a:latin typeface="Google Sans"/>
              </a:rPr>
              <a:t>CoFI</a:t>
            </a:r>
            <a:r>
              <a:rPr lang="en-AU" b="0" i="0" dirty="0">
                <a:solidFill>
                  <a:srgbClr val="1F1F1F"/>
                </a:solidFill>
                <a:effectLst/>
                <a:latin typeface="Google Sans"/>
              </a:rPr>
              <a:t> and </a:t>
            </a:r>
            <a:r>
              <a:rPr lang="en-AU" b="0" i="0" dirty="0" err="1">
                <a:solidFill>
                  <a:srgbClr val="1F1F1F"/>
                </a:solidFill>
                <a:effectLst/>
                <a:latin typeface="Google Sans"/>
              </a:rPr>
              <a:t>InLab</a:t>
            </a:r>
            <a:endParaRPr lang="en-US" dirty="0"/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54C2B7-4CFB-1096-C108-C1BB41634C87}"/>
              </a:ext>
            </a:extLst>
          </p:cNvPr>
          <p:cNvSpPr txBox="1"/>
          <p:nvPr/>
        </p:nvSpPr>
        <p:spPr>
          <a:xfrm>
            <a:off x="4634351" y="988516"/>
            <a:ext cx="4258129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+mj-lt"/>
              </a:rPr>
              <a:t>What we hope to take away today:</a:t>
            </a:r>
          </a:p>
          <a:p>
            <a:pPr lvl="1"/>
            <a:endParaRPr lang="en-AU" dirty="0">
              <a:latin typeface="+mj-lt"/>
            </a:endParaRPr>
          </a:p>
          <a:p>
            <a:pPr lvl="1"/>
            <a:r>
              <a:rPr lang="en-AU" dirty="0">
                <a:latin typeface="+mj-lt"/>
              </a:rPr>
              <a:t>P</a:t>
            </a:r>
            <a:r>
              <a:rPr lang="en-AU" dirty="0">
                <a:effectLst/>
                <a:latin typeface="+mj-lt"/>
              </a:rPr>
              <a:t>riorities: Expanding the methods; the examples, building a community, other? </a:t>
            </a:r>
          </a:p>
          <a:p>
            <a:pPr lvl="1"/>
            <a:endParaRPr lang="en-AU" dirty="0">
              <a:effectLst/>
              <a:latin typeface="+mj-lt"/>
            </a:endParaRPr>
          </a:p>
          <a:p>
            <a:pPr lvl="1"/>
            <a:r>
              <a:rPr lang="en-AU" dirty="0">
                <a:effectLst/>
                <a:latin typeface="+mj-lt"/>
              </a:rPr>
              <a:t>Wish lists: scalability; real data problems; automatic differentiation… </a:t>
            </a:r>
          </a:p>
          <a:p>
            <a:endParaRPr lang="en-US" sz="2400" dirty="0"/>
          </a:p>
          <a:p>
            <a:endParaRPr lang="en-US" sz="24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F4553FA-8B10-98CB-81C2-2E8144A3BD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3840" y="4567244"/>
            <a:ext cx="1440160" cy="585431"/>
          </a:xfrm>
          <a:prstGeom prst="rect">
            <a:avLst/>
          </a:prstGeom>
        </p:spPr>
      </p:pic>
      <p:sp>
        <p:nvSpPr>
          <p:cNvPr id="2" name="Slide Number Placeholder 6">
            <a:extLst>
              <a:ext uri="{FF2B5EF4-FFF2-40B4-BE49-F238E27FC236}">
                <a16:creationId xmlns:a16="http://schemas.microsoft.com/office/drawing/2014/main" id="{96269EC3-06DD-EAED-D60D-55FBA8D644C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253577" y="4878250"/>
            <a:ext cx="288789" cy="95510"/>
          </a:xfrm>
        </p:spPr>
        <p:txBody>
          <a:bodyPr/>
          <a:lstStyle/>
          <a:p>
            <a:pPr algn="ctr"/>
            <a:fld id="{2ABE124A-B5C5-46E0-B944-45307B126769}" type="slidenum">
              <a:rPr lang="en-AU" smtClean="0"/>
              <a:pPr algn="ctr"/>
              <a:t>9</a:t>
            </a:fld>
            <a:r>
              <a:rPr lang="en-AU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773611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1DC5E-E905-1FB8-7A87-EF0AA3375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95FFA36-C1C6-F943-D27C-BBE35286D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CoFI</a:t>
            </a:r>
            <a:r>
              <a:rPr lang="en-US" dirty="0"/>
              <a:t> – A </a:t>
            </a:r>
            <a:r>
              <a:rPr lang="en-US" b="1" dirty="0"/>
              <a:t>Co</a:t>
            </a:r>
            <a:r>
              <a:rPr lang="en-US" dirty="0"/>
              <a:t>mmon </a:t>
            </a:r>
            <a:r>
              <a:rPr lang="en-US" b="1" dirty="0"/>
              <a:t>F</a:t>
            </a:r>
            <a:r>
              <a:rPr lang="en-US" dirty="0"/>
              <a:t>ramework for </a:t>
            </a:r>
            <a:r>
              <a:rPr lang="en-US" b="1" dirty="0"/>
              <a:t>I</a:t>
            </a:r>
            <a:r>
              <a:rPr lang="en-US" dirty="0"/>
              <a:t>nference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074C33-9934-9A55-499C-F1A83E580DDA}"/>
              </a:ext>
            </a:extLst>
          </p:cNvPr>
          <p:cNvSpPr txBox="1"/>
          <p:nvPr/>
        </p:nvSpPr>
        <p:spPr>
          <a:xfrm>
            <a:off x="404258" y="1134603"/>
            <a:ext cx="531987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004B87"/>
                </a:solidFill>
              </a:rPr>
              <a:t>The application domain expert says: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004B87"/>
                </a:solidFill>
              </a:rPr>
              <a:t>What inference methods are suited to my data?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004B87"/>
                </a:solidFill>
              </a:rPr>
              <a:t>Where can I get access to them? What is required to make them talk to my forward problem/data?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004B87"/>
                </a:solidFill>
              </a:rPr>
              <a:t>How much work is that for me?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BBF2AC-62AE-461E-0950-5B4F3AADBCD1}"/>
              </a:ext>
            </a:extLst>
          </p:cNvPr>
          <p:cNvSpPr txBox="1"/>
          <p:nvPr/>
        </p:nvSpPr>
        <p:spPr>
          <a:xfrm>
            <a:off x="397051" y="3622925"/>
            <a:ext cx="676875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007277"/>
                </a:solidFill>
              </a:rPr>
              <a:t>The inference specialist says: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007277"/>
                </a:solidFill>
              </a:rPr>
              <a:t>What other problems can my inference method solve?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007277"/>
                </a:solidFill>
              </a:rPr>
              <a:t>Where can I get access to them?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007277"/>
                </a:solidFill>
              </a:rPr>
              <a:t>How much work is that for me?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7E1968-501F-DA7E-EDAB-1FA9A6425C7C}"/>
              </a:ext>
            </a:extLst>
          </p:cNvPr>
          <p:cNvSpPr txBox="1"/>
          <p:nvPr/>
        </p:nvSpPr>
        <p:spPr>
          <a:xfrm>
            <a:off x="397051" y="2377331"/>
            <a:ext cx="5615109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6D1E77"/>
                </a:solidFill>
              </a:rPr>
              <a:t>The research manager says: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6D1E77"/>
                </a:solidFill>
              </a:rPr>
              <a:t>How can my  staff learn about state-of-the-art inference methods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6D1E77"/>
                </a:solidFill>
              </a:rPr>
              <a:t>How do we access the expertise?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6D1E77"/>
                </a:solidFill>
              </a:rPr>
              <a:t>Can we keep our design options open?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6D1E77"/>
                </a:solidFill>
              </a:rPr>
              <a:t>How long will it take?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A0C0FBB-7334-E88E-7C07-95F7BBFFCF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0839" y="1635646"/>
            <a:ext cx="2812876" cy="2373364"/>
          </a:xfrm>
          <a:prstGeom prst="rect">
            <a:avLst/>
          </a:prstGeom>
        </p:spPr>
      </p:pic>
      <p:pic>
        <p:nvPicPr>
          <p:cNvPr id="8" name="Picture 7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937F84F1-CAE0-1B20-8AB8-69C8AED167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3715" y="96"/>
            <a:ext cx="540000" cy="540000"/>
          </a:xfrm>
          <a:prstGeom prst="rect">
            <a:avLst/>
          </a:prstGeom>
        </p:spPr>
      </p:pic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5D0F6D15-1BAD-A061-380F-045FA26385E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253577" y="4878250"/>
            <a:ext cx="288789" cy="95510"/>
          </a:xfrm>
        </p:spPr>
        <p:txBody>
          <a:bodyPr/>
          <a:lstStyle/>
          <a:p>
            <a:pPr algn="ctr"/>
            <a:fld id="{2ABE124A-B5C5-46E0-B944-45307B126769}" type="slidenum">
              <a:rPr lang="en-AU" smtClean="0"/>
              <a:pPr algn="ctr"/>
              <a:t>10</a:t>
            </a:fld>
            <a:r>
              <a:rPr lang="en-AU" dirty="0"/>
              <a:t>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AE3B72-FEBA-034F-C292-A99EAE75E4C2}"/>
              </a:ext>
            </a:extLst>
          </p:cNvPr>
          <p:cNvSpPr txBox="1"/>
          <p:nvPr/>
        </p:nvSpPr>
        <p:spPr>
          <a:xfrm>
            <a:off x="6757882" y="4094995"/>
            <a:ext cx="13289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www.inlab.au</a:t>
            </a:r>
            <a:endParaRPr lang="en-US" sz="16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3A7AFD2-3BEA-21E7-FF42-8B65244FA2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3840" y="4567244"/>
            <a:ext cx="1440160" cy="585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5901953"/>
      </p:ext>
    </p:extLst>
  </p:cSld>
  <p:clrMapOvr>
    <a:masterClrMapping/>
  </p:clrMapOvr>
</p:sld>
</file>

<file path=ppt/theme/theme1.xml><?xml version="1.0" encoding="utf-8"?>
<a:theme xmlns:a="http://schemas.openxmlformats.org/drawingml/2006/main" name="CSIRO horizontal">
  <a:themeElements>
    <a:clrScheme name="CSIRO">
      <a:dk1>
        <a:sysClr val="windowText" lastClr="000000"/>
      </a:dk1>
      <a:lt1>
        <a:srgbClr val="FFFFFF"/>
      </a:lt1>
      <a:dk2>
        <a:srgbClr val="000000"/>
      </a:dk2>
      <a:lt2>
        <a:srgbClr val="FFFFFF"/>
      </a:lt2>
      <a:accent1>
        <a:srgbClr val="00A9CE"/>
      </a:accent1>
      <a:accent2>
        <a:srgbClr val="001D34"/>
      </a:accent2>
      <a:accent3>
        <a:srgbClr val="757579"/>
      </a:accent3>
      <a:accent4>
        <a:srgbClr val="1E22AA"/>
      </a:accent4>
      <a:accent5>
        <a:srgbClr val="007377"/>
      </a:accent5>
      <a:accent6>
        <a:srgbClr val="6D2077"/>
      </a:accent6>
      <a:hlink>
        <a:srgbClr val="004B87"/>
      </a:hlink>
      <a:folHlink>
        <a:srgbClr val="007A53"/>
      </a:folHlink>
    </a:clrScheme>
    <a:fontScheme name="CSIRO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owerPoint 16.9 Widescreen.potx" id="{4F9F179C-FC55-4406-9372-ACB71F56CD80}" vid="{4E4DF566-B70F-4928-80E7-694B9E9A2FBD}"/>
    </a:ext>
  </a:extLst>
</a:theme>
</file>

<file path=ppt/theme/theme2.xml><?xml version="1.0" encoding="utf-8"?>
<a:theme xmlns:a="http://schemas.openxmlformats.org/drawingml/2006/main" name="Data61 vertical">
  <a:themeElements>
    <a:clrScheme name="CSIRO">
      <a:dk1>
        <a:sysClr val="windowText" lastClr="000000"/>
      </a:dk1>
      <a:lt1>
        <a:srgbClr val="FFFFFF"/>
      </a:lt1>
      <a:dk2>
        <a:srgbClr val="000000"/>
      </a:dk2>
      <a:lt2>
        <a:srgbClr val="FFFFFF"/>
      </a:lt2>
      <a:accent1>
        <a:srgbClr val="00A9CE"/>
      </a:accent1>
      <a:accent2>
        <a:srgbClr val="001D34"/>
      </a:accent2>
      <a:accent3>
        <a:srgbClr val="757579"/>
      </a:accent3>
      <a:accent4>
        <a:srgbClr val="1E22AA"/>
      </a:accent4>
      <a:accent5>
        <a:srgbClr val="007377"/>
      </a:accent5>
      <a:accent6>
        <a:srgbClr val="6D2077"/>
      </a:accent6>
      <a:hlink>
        <a:srgbClr val="004B87"/>
      </a:hlink>
      <a:folHlink>
        <a:srgbClr val="007A53"/>
      </a:folHlink>
    </a:clrScheme>
    <a:fontScheme name="CSIRO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owerPoint 16.9 Widescreen.potx" id="{4F9F179C-FC55-4406-9372-ACB71F56CD80}" vid="{0398C969-54DD-46EF-89D3-EBAEE5270F10}"/>
    </a:ext>
  </a:extLst>
</a:theme>
</file>

<file path=ppt/theme/theme3.xml><?xml version="1.0" encoding="utf-8"?>
<a:theme xmlns:a="http://schemas.openxmlformats.org/drawingml/2006/main" name="Data61 horizontal">
  <a:themeElements>
    <a:clrScheme name="CSIRO">
      <a:dk1>
        <a:sysClr val="windowText" lastClr="000000"/>
      </a:dk1>
      <a:lt1>
        <a:srgbClr val="FFFFFF"/>
      </a:lt1>
      <a:dk2>
        <a:srgbClr val="000000"/>
      </a:dk2>
      <a:lt2>
        <a:srgbClr val="FFFFFF"/>
      </a:lt2>
      <a:accent1>
        <a:srgbClr val="00A9CE"/>
      </a:accent1>
      <a:accent2>
        <a:srgbClr val="001D34"/>
      </a:accent2>
      <a:accent3>
        <a:srgbClr val="757579"/>
      </a:accent3>
      <a:accent4>
        <a:srgbClr val="1E22AA"/>
      </a:accent4>
      <a:accent5>
        <a:srgbClr val="007377"/>
      </a:accent5>
      <a:accent6>
        <a:srgbClr val="6D2077"/>
      </a:accent6>
      <a:hlink>
        <a:srgbClr val="004B87"/>
      </a:hlink>
      <a:folHlink>
        <a:srgbClr val="007A53"/>
      </a:folHlink>
    </a:clrScheme>
    <a:fontScheme name="CSIRO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owerPoint 16.9 Widescreen.potx" id="{4F9F179C-FC55-4406-9372-ACB71F56CD80}" vid="{83853432-11B4-49DC-8E1B-8FA6CFB2F4E0}"/>
    </a:ext>
  </a:extLst>
</a:theme>
</file>

<file path=ppt/theme/theme4.xml><?xml version="1.0" encoding="utf-8"?>
<a:theme xmlns:a="http://schemas.openxmlformats.org/drawingml/2006/main" name="MNF vertical">
  <a:themeElements>
    <a:clrScheme name="CSIRO">
      <a:dk1>
        <a:sysClr val="windowText" lastClr="000000"/>
      </a:dk1>
      <a:lt1>
        <a:srgbClr val="FFFFFF"/>
      </a:lt1>
      <a:dk2>
        <a:srgbClr val="000000"/>
      </a:dk2>
      <a:lt2>
        <a:srgbClr val="FFFFFF"/>
      </a:lt2>
      <a:accent1>
        <a:srgbClr val="00A9CE"/>
      </a:accent1>
      <a:accent2>
        <a:srgbClr val="001D34"/>
      </a:accent2>
      <a:accent3>
        <a:srgbClr val="757579"/>
      </a:accent3>
      <a:accent4>
        <a:srgbClr val="1E22AA"/>
      </a:accent4>
      <a:accent5>
        <a:srgbClr val="007377"/>
      </a:accent5>
      <a:accent6>
        <a:srgbClr val="6D2077"/>
      </a:accent6>
      <a:hlink>
        <a:srgbClr val="004B87"/>
      </a:hlink>
      <a:folHlink>
        <a:srgbClr val="007A53"/>
      </a:folHlink>
    </a:clrScheme>
    <a:fontScheme name="CSIRO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owerPoint 16.9 Widescreen.potx" id="{4F9F179C-FC55-4406-9372-ACB71F56CD80}" vid="{02E87599-44C4-42C3-BED7-5FF59534C5EF}"/>
    </a:ext>
  </a:extLst>
</a:theme>
</file>

<file path=ppt/theme/theme5.xml><?xml version="1.0" encoding="utf-8"?>
<a:theme xmlns:a="http://schemas.openxmlformats.org/drawingml/2006/main" name="MNF horizontal">
  <a:themeElements>
    <a:clrScheme name="CSIRO">
      <a:dk1>
        <a:sysClr val="windowText" lastClr="000000"/>
      </a:dk1>
      <a:lt1>
        <a:srgbClr val="FFFFFF"/>
      </a:lt1>
      <a:dk2>
        <a:srgbClr val="000000"/>
      </a:dk2>
      <a:lt2>
        <a:srgbClr val="FFFFFF"/>
      </a:lt2>
      <a:accent1>
        <a:srgbClr val="00A9CE"/>
      </a:accent1>
      <a:accent2>
        <a:srgbClr val="001D34"/>
      </a:accent2>
      <a:accent3>
        <a:srgbClr val="757579"/>
      </a:accent3>
      <a:accent4>
        <a:srgbClr val="1E22AA"/>
      </a:accent4>
      <a:accent5>
        <a:srgbClr val="007377"/>
      </a:accent5>
      <a:accent6>
        <a:srgbClr val="6D2077"/>
      </a:accent6>
      <a:hlink>
        <a:srgbClr val="004B87"/>
      </a:hlink>
      <a:folHlink>
        <a:srgbClr val="007A53"/>
      </a:folHlink>
    </a:clrScheme>
    <a:fontScheme name="CSIRO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owerPoint 16.9 Widescreen.potx" id="{4F9F179C-FC55-4406-9372-ACB71F56CD80}" vid="{1D630F70-31C1-47EA-9A5C-0993FCC783EC}"/>
    </a:ext>
  </a:extLst>
</a:theme>
</file>

<file path=ppt/theme/theme6.xml><?xml version="1.0" encoding="utf-8"?>
<a:theme xmlns:a="http://schemas.openxmlformats.org/drawingml/2006/main" name="Wordmark vertical">
  <a:themeElements>
    <a:clrScheme name="CSIRO">
      <a:dk1>
        <a:sysClr val="windowText" lastClr="000000"/>
      </a:dk1>
      <a:lt1>
        <a:srgbClr val="FFFFFF"/>
      </a:lt1>
      <a:dk2>
        <a:srgbClr val="000000"/>
      </a:dk2>
      <a:lt2>
        <a:srgbClr val="FFFFFF"/>
      </a:lt2>
      <a:accent1>
        <a:srgbClr val="00A9CE"/>
      </a:accent1>
      <a:accent2>
        <a:srgbClr val="001D34"/>
      </a:accent2>
      <a:accent3>
        <a:srgbClr val="757579"/>
      </a:accent3>
      <a:accent4>
        <a:srgbClr val="1E22AA"/>
      </a:accent4>
      <a:accent5>
        <a:srgbClr val="007377"/>
      </a:accent5>
      <a:accent6>
        <a:srgbClr val="6D2077"/>
      </a:accent6>
      <a:hlink>
        <a:srgbClr val="004B87"/>
      </a:hlink>
      <a:folHlink>
        <a:srgbClr val="007A53"/>
      </a:folHlink>
    </a:clrScheme>
    <a:fontScheme name="CSIRO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owerPoint 16.9 Widescreen.potx" id="{4F9F179C-FC55-4406-9372-ACB71F56CD80}" vid="{5D5CE2B9-9AB1-444B-84B0-F100492FB77D}"/>
    </a:ext>
  </a:extLst>
</a:theme>
</file>

<file path=ppt/theme/theme7.xml><?xml version="1.0" encoding="utf-8"?>
<a:theme xmlns:a="http://schemas.openxmlformats.org/drawingml/2006/main" name="Wordmark horizontal">
  <a:themeElements>
    <a:clrScheme name="CSIRO">
      <a:dk1>
        <a:sysClr val="windowText" lastClr="000000"/>
      </a:dk1>
      <a:lt1>
        <a:srgbClr val="FFFFFF"/>
      </a:lt1>
      <a:dk2>
        <a:srgbClr val="000000"/>
      </a:dk2>
      <a:lt2>
        <a:srgbClr val="FFFFFF"/>
      </a:lt2>
      <a:accent1>
        <a:srgbClr val="00A9CE"/>
      </a:accent1>
      <a:accent2>
        <a:srgbClr val="001D34"/>
      </a:accent2>
      <a:accent3>
        <a:srgbClr val="757579"/>
      </a:accent3>
      <a:accent4>
        <a:srgbClr val="1E22AA"/>
      </a:accent4>
      <a:accent5>
        <a:srgbClr val="007377"/>
      </a:accent5>
      <a:accent6>
        <a:srgbClr val="6D2077"/>
      </a:accent6>
      <a:hlink>
        <a:srgbClr val="004B87"/>
      </a:hlink>
      <a:folHlink>
        <a:srgbClr val="007A53"/>
      </a:folHlink>
    </a:clrScheme>
    <a:fontScheme name="CSIRO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owerPoint 16.9 Widescreen.potx" id="{4F9F179C-FC55-4406-9372-ACB71F56CD80}" vid="{28CA8483-C027-4DC1-BB4B-A94F6F059FFD}"/>
    </a:ext>
  </a:extLst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CSIRO vertical</Template>
  <TotalTime>1128</TotalTime>
  <Words>681</Words>
  <Application>Microsoft Macintosh PowerPoint</Application>
  <PresentationFormat>On-screen Show (16:9)</PresentationFormat>
  <Paragraphs>115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7</vt:i4>
      </vt:variant>
      <vt:variant>
        <vt:lpstr>Slide Titles</vt:lpstr>
      </vt:variant>
      <vt:variant>
        <vt:i4>10</vt:i4>
      </vt:variant>
    </vt:vector>
  </HeadingPairs>
  <TitlesOfParts>
    <vt:vector size="24" baseType="lpstr">
      <vt:lpstr>-apple-system</vt:lpstr>
      <vt:lpstr>Arial</vt:lpstr>
      <vt:lpstr>Calibri</vt:lpstr>
      <vt:lpstr>Google Sans</vt:lpstr>
      <vt:lpstr>Helvetica Neue</vt:lpstr>
      <vt:lpstr>HelveticaNeue</vt:lpstr>
      <vt:lpstr>Linux Libertine</vt:lpstr>
      <vt:lpstr>CSIRO horizontal</vt:lpstr>
      <vt:lpstr>Data61 vertical</vt:lpstr>
      <vt:lpstr>Data61 horizontal</vt:lpstr>
      <vt:lpstr>MNF vertical</vt:lpstr>
      <vt:lpstr>MNF horizontal</vt:lpstr>
      <vt:lpstr>Wordmark vertical</vt:lpstr>
      <vt:lpstr>Wordmark horizontal</vt:lpstr>
      <vt:lpstr>Using CoFI to experiment with geophysical inversion</vt:lpstr>
      <vt:lpstr>PowerPoint Presentation</vt:lpstr>
      <vt:lpstr>PowerPoint Presentation</vt:lpstr>
      <vt:lpstr>PowerPoint Presentation</vt:lpstr>
      <vt:lpstr>Exploration is about possibilities</vt:lpstr>
      <vt:lpstr>Momentum based optimizers</vt:lpstr>
      <vt:lpstr>The CoFI explorer</vt:lpstr>
      <vt:lpstr>Capturing an inverse problem</vt:lpstr>
      <vt:lpstr>Take home messages…</vt:lpstr>
      <vt:lpstr>CoFI – A Common Framework for Inference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Hauser, Juerg (Mineral Resources, Black Mountain)</dc:creator>
  <cp:lastModifiedBy>Hauser, Juerg (Mineral Resources, Black Mountain)</cp:lastModifiedBy>
  <cp:revision>133</cp:revision>
  <cp:lastPrinted>2024-02-06T05:29:14Z</cp:lastPrinted>
  <dcterms:created xsi:type="dcterms:W3CDTF">2024-01-02T22:42:33Z</dcterms:created>
  <dcterms:modified xsi:type="dcterms:W3CDTF">2025-06-17T00:22:29Z</dcterms:modified>
</cp:coreProperties>
</file>